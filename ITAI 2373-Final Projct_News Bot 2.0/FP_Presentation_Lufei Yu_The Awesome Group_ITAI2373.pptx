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542CBB-C22C-4165-9008-FCCF3B9FF62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3AD96C-38AB-400D-BA6D-3D2C22619D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Advanced NLP intelligence platform for large-scale news analysis</a:t>
          </a:r>
        </a:p>
      </dgm:t>
    </dgm:pt>
    <dgm:pt modelId="{AC3A33BF-D453-4254-9B30-F59F490E4D91}" type="parTrans" cxnId="{D79480BB-8096-470F-B75C-9A4E5067E50E}">
      <dgm:prSet/>
      <dgm:spPr/>
      <dgm:t>
        <a:bodyPr/>
        <a:lstStyle/>
        <a:p>
          <a:endParaRPr lang="en-US"/>
        </a:p>
      </dgm:t>
    </dgm:pt>
    <dgm:pt modelId="{63FD56A8-63FA-4BD3-BFEB-BF70AF7F334A}" type="sibTrans" cxnId="{D79480BB-8096-470F-B75C-9A4E5067E50E}">
      <dgm:prSet/>
      <dgm:spPr/>
      <dgm:t>
        <a:bodyPr/>
        <a:lstStyle/>
        <a:p>
          <a:endParaRPr lang="en-US"/>
        </a:p>
      </dgm:t>
    </dgm:pt>
    <dgm:pt modelId="{34E13E1D-16AF-4B2D-B76F-030B7A5458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Integrates classification, summarization, sentiment, multilingual processing</a:t>
          </a:r>
        </a:p>
      </dgm:t>
    </dgm:pt>
    <dgm:pt modelId="{2C3022CB-942E-4D54-8E17-0F9383B3FF79}" type="parTrans" cxnId="{8F37150F-C72C-4F5E-A2F7-951E4439968A}">
      <dgm:prSet/>
      <dgm:spPr/>
      <dgm:t>
        <a:bodyPr/>
        <a:lstStyle/>
        <a:p>
          <a:endParaRPr lang="en-US"/>
        </a:p>
      </dgm:t>
    </dgm:pt>
    <dgm:pt modelId="{F7F3D497-D3E6-4875-A563-1355A994229E}" type="sibTrans" cxnId="{8F37150F-C72C-4F5E-A2F7-951E4439968A}">
      <dgm:prSet/>
      <dgm:spPr/>
      <dgm:t>
        <a:bodyPr/>
        <a:lstStyle/>
        <a:p>
          <a:endParaRPr lang="en-US"/>
        </a:p>
      </dgm:t>
    </dgm:pt>
    <dgm:pt modelId="{A1541B41-419F-4A04-9325-834D6D2CD7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Designed as modular production-ready architecture</a:t>
          </a:r>
        </a:p>
      </dgm:t>
    </dgm:pt>
    <dgm:pt modelId="{18F5ACC3-1C65-43C8-B192-D4EBC4D65230}" type="parTrans" cxnId="{E500D5E5-F7E8-4EC0-9571-320285F44300}">
      <dgm:prSet/>
      <dgm:spPr/>
      <dgm:t>
        <a:bodyPr/>
        <a:lstStyle/>
        <a:p>
          <a:endParaRPr lang="en-US"/>
        </a:p>
      </dgm:t>
    </dgm:pt>
    <dgm:pt modelId="{6BA6A1A4-493F-4527-8191-D8EA1B299F2E}" type="sibTrans" cxnId="{E500D5E5-F7E8-4EC0-9571-320285F44300}">
      <dgm:prSet/>
      <dgm:spPr/>
      <dgm:t>
        <a:bodyPr/>
        <a:lstStyle/>
        <a:p>
          <a:endParaRPr lang="en-US"/>
        </a:p>
      </dgm:t>
    </dgm:pt>
    <dgm:pt modelId="{98275153-C1D2-49F1-A3A1-CA6766EC1F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Implements conversational AI for natural-language news queries</a:t>
          </a:r>
        </a:p>
      </dgm:t>
    </dgm:pt>
    <dgm:pt modelId="{F3095C09-4C5B-41F0-8BC0-CA7D57FC2825}" type="parTrans" cxnId="{4DF16E4B-D4C2-49AA-B1A1-DA2585493F79}">
      <dgm:prSet/>
      <dgm:spPr/>
      <dgm:t>
        <a:bodyPr/>
        <a:lstStyle/>
        <a:p>
          <a:endParaRPr lang="en-US"/>
        </a:p>
      </dgm:t>
    </dgm:pt>
    <dgm:pt modelId="{5E6295BB-43DF-4388-8DC1-FEA9BD3B4E4F}" type="sibTrans" cxnId="{4DF16E4B-D4C2-49AA-B1A1-DA2585493F79}">
      <dgm:prSet/>
      <dgm:spPr/>
      <dgm:t>
        <a:bodyPr/>
        <a:lstStyle/>
        <a:p>
          <a:endParaRPr lang="en-US"/>
        </a:p>
      </dgm:t>
    </dgm:pt>
    <dgm:pt modelId="{B880884D-1A11-4A6A-A608-E20D558AFF3E}" type="pres">
      <dgm:prSet presAssocID="{AF542CBB-C22C-4165-9008-FCCF3B9FF628}" presName="root" presStyleCnt="0">
        <dgm:presLayoutVars>
          <dgm:dir/>
          <dgm:resizeHandles val="exact"/>
        </dgm:presLayoutVars>
      </dgm:prSet>
      <dgm:spPr/>
    </dgm:pt>
    <dgm:pt modelId="{F83C2286-1B74-4ED4-8945-260BD28FF363}" type="pres">
      <dgm:prSet presAssocID="{A23AD96C-38AB-400D-BA6D-3D2C22619D2B}" presName="compNode" presStyleCnt="0"/>
      <dgm:spPr/>
    </dgm:pt>
    <dgm:pt modelId="{83902267-13E5-4E8C-86D4-961ECA9DA422}" type="pres">
      <dgm:prSet presAssocID="{A23AD96C-38AB-400D-BA6D-3D2C22619D2B}" presName="bgRect" presStyleLbl="bgShp" presStyleIdx="0" presStyleCnt="4"/>
      <dgm:spPr/>
    </dgm:pt>
    <dgm:pt modelId="{BDB7B572-4255-40F9-B062-4B222867BB5B}" type="pres">
      <dgm:prSet presAssocID="{A23AD96C-38AB-400D-BA6D-3D2C22619D2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B37A932-4996-4D8A-8FF6-269E435D2FAA}" type="pres">
      <dgm:prSet presAssocID="{A23AD96C-38AB-400D-BA6D-3D2C22619D2B}" presName="spaceRect" presStyleCnt="0"/>
      <dgm:spPr/>
    </dgm:pt>
    <dgm:pt modelId="{BDD8BC01-DC02-40E6-A8C2-F8240F59DF68}" type="pres">
      <dgm:prSet presAssocID="{A23AD96C-38AB-400D-BA6D-3D2C22619D2B}" presName="parTx" presStyleLbl="revTx" presStyleIdx="0" presStyleCnt="4">
        <dgm:presLayoutVars>
          <dgm:chMax val="0"/>
          <dgm:chPref val="0"/>
        </dgm:presLayoutVars>
      </dgm:prSet>
      <dgm:spPr/>
    </dgm:pt>
    <dgm:pt modelId="{C41F508D-EBC1-4990-A76B-49E7B64760BB}" type="pres">
      <dgm:prSet presAssocID="{63FD56A8-63FA-4BD3-BFEB-BF70AF7F334A}" presName="sibTrans" presStyleCnt="0"/>
      <dgm:spPr/>
    </dgm:pt>
    <dgm:pt modelId="{0DFA8DFE-C0EF-4288-9235-2FCB5531B47C}" type="pres">
      <dgm:prSet presAssocID="{34E13E1D-16AF-4B2D-B76F-030B7A545820}" presName="compNode" presStyleCnt="0"/>
      <dgm:spPr/>
    </dgm:pt>
    <dgm:pt modelId="{C6458DEA-A10F-49BA-A550-1DEAD89F64C7}" type="pres">
      <dgm:prSet presAssocID="{34E13E1D-16AF-4B2D-B76F-030B7A545820}" presName="bgRect" presStyleLbl="bgShp" presStyleIdx="1" presStyleCnt="4"/>
      <dgm:spPr/>
    </dgm:pt>
    <dgm:pt modelId="{22536ECF-94C0-40CA-822C-C04F81821719}" type="pres">
      <dgm:prSet presAssocID="{34E13E1D-16AF-4B2D-B76F-030B7A54582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E19DA049-452C-42CB-BCC7-CB88EBAA09D2}" type="pres">
      <dgm:prSet presAssocID="{34E13E1D-16AF-4B2D-B76F-030B7A545820}" presName="spaceRect" presStyleCnt="0"/>
      <dgm:spPr/>
    </dgm:pt>
    <dgm:pt modelId="{D063DBDF-DE9B-48FC-8444-D1BF750915F2}" type="pres">
      <dgm:prSet presAssocID="{34E13E1D-16AF-4B2D-B76F-030B7A545820}" presName="parTx" presStyleLbl="revTx" presStyleIdx="1" presStyleCnt="4">
        <dgm:presLayoutVars>
          <dgm:chMax val="0"/>
          <dgm:chPref val="0"/>
        </dgm:presLayoutVars>
      </dgm:prSet>
      <dgm:spPr/>
    </dgm:pt>
    <dgm:pt modelId="{3950B3FF-A51A-4ED7-B2F9-2B117898BC3A}" type="pres">
      <dgm:prSet presAssocID="{F7F3D497-D3E6-4875-A563-1355A994229E}" presName="sibTrans" presStyleCnt="0"/>
      <dgm:spPr/>
    </dgm:pt>
    <dgm:pt modelId="{861AC97F-6C56-4420-A2A3-98F1A17E4C4C}" type="pres">
      <dgm:prSet presAssocID="{A1541B41-419F-4A04-9325-834D6D2CD725}" presName="compNode" presStyleCnt="0"/>
      <dgm:spPr/>
    </dgm:pt>
    <dgm:pt modelId="{6AAF8DF7-2767-48F3-8A9D-CCA5E9808334}" type="pres">
      <dgm:prSet presAssocID="{A1541B41-419F-4A04-9325-834D6D2CD725}" presName="bgRect" presStyleLbl="bgShp" presStyleIdx="2" presStyleCnt="4"/>
      <dgm:spPr/>
    </dgm:pt>
    <dgm:pt modelId="{EC7ED2DE-1141-4537-B134-E5619A3BC03D}" type="pres">
      <dgm:prSet presAssocID="{A1541B41-419F-4A04-9325-834D6D2CD72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E0995FB-E0D5-4BB6-AEB8-7AB37E980C4F}" type="pres">
      <dgm:prSet presAssocID="{A1541B41-419F-4A04-9325-834D6D2CD725}" presName="spaceRect" presStyleCnt="0"/>
      <dgm:spPr/>
    </dgm:pt>
    <dgm:pt modelId="{6E65EB8B-B3D5-4F1F-AAD3-09F3D5B769ED}" type="pres">
      <dgm:prSet presAssocID="{A1541B41-419F-4A04-9325-834D6D2CD725}" presName="parTx" presStyleLbl="revTx" presStyleIdx="2" presStyleCnt="4">
        <dgm:presLayoutVars>
          <dgm:chMax val="0"/>
          <dgm:chPref val="0"/>
        </dgm:presLayoutVars>
      </dgm:prSet>
      <dgm:spPr/>
    </dgm:pt>
    <dgm:pt modelId="{C4A2FF49-CE38-474A-AD66-E6B367162DCC}" type="pres">
      <dgm:prSet presAssocID="{6BA6A1A4-493F-4527-8191-D8EA1B299F2E}" presName="sibTrans" presStyleCnt="0"/>
      <dgm:spPr/>
    </dgm:pt>
    <dgm:pt modelId="{00943777-4E9A-462F-A252-7DAE853E2761}" type="pres">
      <dgm:prSet presAssocID="{98275153-C1D2-49F1-A3A1-CA6766EC1F93}" presName="compNode" presStyleCnt="0"/>
      <dgm:spPr/>
    </dgm:pt>
    <dgm:pt modelId="{AC537B63-9A42-4FBA-A77B-4DE97AB456FC}" type="pres">
      <dgm:prSet presAssocID="{98275153-C1D2-49F1-A3A1-CA6766EC1F93}" presName="bgRect" presStyleLbl="bgShp" presStyleIdx="3" presStyleCnt="4"/>
      <dgm:spPr/>
    </dgm:pt>
    <dgm:pt modelId="{36EF051D-0348-41E9-851A-3EAA4D4C4D5D}" type="pres">
      <dgm:prSet presAssocID="{98275153-C1D2-49F1-A3A1-CA6766EC1F9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29E0E7E-97E9-40A9-8834-2588E08FB118}" type="pres">
      <dgm:prSet presAssocID="{98275153-C1D2-49F1-A3A1-CA6766EC1F93}" presName="spaceRect" presStyleCnt="0"/>
      <dgm:spPr/>
    </dgm:pt>
    <dgm:pt modelId="{46496C38-3F44-4B5F-8C88-C058294EE9EE}" type="pres">
      <dgm:prSet presAssocID="{98275153-C1D2-49F1-A3A1-CA6766EC1F9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F37150F-C72C-4F5E-A2F7-951E4439968A}" srcId="{AF542CBB-C22C-4165-9008-FCCF3B9FF628}" destId="{34E13E1D-16AF-4B2D-B76F-030B7A545820}" srcOrd="1" destOrd="0" parTransId="{2C3022CB-942E-4D54-8E17-0F9383B3FF79}" sibTransId="{F7F3D497-D3E6-4875-A563-1355A994229E}"/>
    <dgm:cxn modelId="{AF3CFB21-833A-4F40-BC5A-31751799541D}" type="presOf" srcId="{AF542CBB-C22C-4165-9008-FCCF3B9FF628}" destId="{B880884D-1A11-4A6A-A608-E20D558AFF3E}" srcOrd="0" destOrd="0" presId="urn:microsoft.com/office/officeart/2018/2/layout/IconVerticalSolidList"/>
    <dgm:cxn modelId="{1486EA24-E3F6-4F96-82D8-3CC86C78ADDC}" type="presOf" srcId="{98275153-C1D2-49F1-A3A1-CA6766EC1F93}" destId="{46496C38-3F44-4B5F-8C88-C058294EE9EE}" srcOrd="0" destOrd="0" presId="urn:microsoft.com/office/officeart/2018/2/layout/IconVerticalSolidList"/>
    <dgm:cxn modelId="{4DF16E4B-D4C2-49AA-B1A1-DA2585493F79}" srcId="{AF542CBB-C22C-4165-9008-FCCF3B9FF628}" destId="{98275153-C1D2-49F1-A3A1-CA6766EC1F93}" srcOrd="3" destOrd="0" parTransId="{F3095C09-4C5B-41F0-8BC0-CA7D57FC2825}" sibTransId="{5E6295BB-43DF-4388-8DC1-FEA9BD3B4E4F}"/>
    <dgm:cxn modelId="{427D679B-7AFC-4E98-A133-9FA5EB3480F3}" type="presOf" srcId="{34E13E1D-16AF-4B2D-B76F-030B7A545820}" destId="{D063DBDF-DE9B-48FC-8444-D1BF750915F2}" srcOrd="0" destOrd="0" presId="urn:microsoft.com/office/officeart/2018/2/layout/IconVerticalSolidList"/>
    <dgm:cxn modelId="{CB075ABA-9511-45FD-B7D7-55BAED705A19}" type="presOf" srcId="{A23AD96C-38AB-400D-BA6D-3D2C22619D2B}" destId="{BDD8BC01-DC02-40E6-A8C2-F8240F59DF68}" srcOrd="0" destOrd="0" presId="urn:microsoft.com/office/officeart/2018/2/layout/IconVerticalSolidList"/>
    <dgm:cxn modelId="{D79480BB-8096-470F-B75C-9A4E5067E50E}" srcId="{AF542CBB-C22C-4165-9008-FCCF3B9FF628}" destId="{A23AD96C-38AB-400D-BA6D-3D2C22619D2B}" srcOrd="0" destOrd="0" parTransId="{AC3A33BF-D453-4254-9B30-F59F490E4D91}" sibTransId="{63FD56A8-63FA-4BD3-BFEB-BF70AF7F334A}"/>
    <dgm:cxn modelId="{E500D5E5-F7E8-4EC0-9571-320285F44300}" srcId="{AF542CBB-C22C-4165-9008-FCCF3B9FF628}" destId="{A1541B41-419F-4A04-9325-834D6D2CD725}" srcOrd="2" destOrd="0" parTransId="{18F5ACC3-1C65-43C8-B192-D4EBC4D65230}" sibTransId="{6BA6A1A4-493F-4527-8191-D8EA1B299F2E}"/>
    <dgm:cxn modelId="{B8C783FC-6DCE-4910-8641-1165C063D49B}" type="presOf" srcId="{A1541B41-419F-4A04-9325-834D6D2CD725}" destId="{6E65EB8B-B3D5-4F1F-AAD3-09F3D5B769ED}" srcOrd="0" destOrd="0" presId="urn:microsoft.com/office/officeart/2018/2/layout/IconVerticalSolidList"/>
    <dgm:cxn modelId="{31B00C7B-9993-4FFF-8B13-FB44BBC38F31}" type="presParOf" srcId="{B880884D-1A11-4A6A-A608-E20D558AFF3E}" destId="{F83C2286-1B74-4ED4-8945-260BD28FF363}" srcOrd="0" destOrd="0" presId="urn:microsoft.com/office/officeart/2018/2/layout/IconVerticalSolidList"/>
    <dgm:cxn modelId="{253F7E07-EBF2-42D7-83DB-42E99C49F3D7}" type="presParOf" srcId="{F83C2286-1B74-4ED4-8945-260BD28FF363}" destId="{83902267-13E5-4E8C-86D4-961ECA9DA422}" srcOrd="0" destOrd="0" presId="urn:microsoft.com/office/officeart/2018/2/layout/IconVerticalSolidList"/>
    <dgm:cxn modelId="{5DC7D320-23CE-4208-951B-DC6FBC46599B}" type="presParOf" srcId="{F83C2286-1B74-4ED4-8945-260BD28FF363}" destId="{BDB7B572-4255-40F9-B062-4B222867BB5B}" srcOrd="1" destOrd="0" presId="urn:microsoft.com/office/officeart/2018/2/layout/IconVerticalSolidList"/>
    <dgm:cxn modelId="{3E94F071-7207-4AED-B9B9-05D0DF357A23}" type="presParOf" srcId="{F83C2286-1B74-4ED4-8945-260BD28FF363}" destId="{2B37A932-4996-4D8A-8FF6-269E435D2FAA}" srcOrd="2" destOrd="0" presId="urn:microsoft.com/office/officeart/2018/2/layout/IconVerticalSolidList"/>
    <dgm:cxn modelId="{BEA5D1E9-DB84-4264-9991-46D493F99869}" type="presParOf" srcId="{F83C2286-1B74-4ED4-8945-260BD28FF363}" destId="{BDD8BC01-DC02-40E6-A8C2-F8240F59DF68}" srcOrd="3" destOrd="0" presId="urn:microsoft.com/office/officeart/2018/2/layout/IconVerticalSolidList"/>
    <dgm:cxn modelId="{E5601AAF-FC7A-4385-9E64-F84A1789E4F9}" type="presParOf" srcId="{B880884D-1A11-4A6A-A608-E20D558AFF3E}" destId="{C41F508D-EBC1-4990-A76B-49E7B64760BB}" srcOrd="1" destOrd="0" presId="urn:microsoft.com/office/officeart/2018/2/layout/IconVerticalSolidList"/>
    <dgm:cxn modelId="{CB98EF8D-6791-4E5A-A4D7-B625D8EB16D6}" type="presParOf" srcId="{B880884D-1A11-4A6A-A608-E20D558AFF3E}" destId="{0DFA8DFE-C0EF-4288-9235-2FCB5531B47C}" srcOrd="2" destOrd="0" presId="urn:microsoft.com/office/officeart/2018/2/layout/IconVerticalSolidList"/>
    <dgm:cxn modelId="{11C0FCD9-8B88-4A25-99F2-3E2558E6CEBC}" type="presParOf" srcId="{0DFA8DFE-C0EF-4288-9235-2FCB5531B47C}" destId="{C6458DEA-A10F-49BA-A550-1DEAD89F64C7}" srcOrd="0" destOrd="0" presId="urn:microsoft.com/office/officeart/2018/2/layout/IconVerticalSolidList"/>
    <dgm:cxn modelId="{F9C62541-D83F-4641-BE37-4DA1D0D24080}" type="presParOf" srcId="{0DFA8DFE-C0EF-4288-9235-2FCB5531B47C}" destId="{22536ECF-94C0-40CA-822C-C04F81821719}" srcOrd="1" destOrd="0" presId="urn:microsoft.com/office/officeart/2018/2/layout/IconVerticalSolidList"/>
    <dgm:cxn modelId="{569356FE-FCB1-4790-A3EA-C807CB81735F}" type="presParOf" srcId="{0DFA8DFE-C0EF-4288-9235-2FCB5531B47C}" destId="{E19DA049-452C-42CB-BCC7-CB88EBAA09D2}" srcOrd="2" destOrd="0" presId="urn:microsoft.com/office/officeart/2018/2/layout/IconVerticalSolidList"/>
    <dgm:cxn modelId="{EB5B7F4F-43C2-4D74-946C-0DA2FD3DFDB6}" type="presParOf" srcId="{0DFA8DFE-C0EF-4288-9235-2FCB5531B47C}" destId="{D063DBDF-DE9B-48FC-8444-D1BF750915F2}" srcOrd="3" destOrd="0" presId="urn:microsoft.com/office/officeart/2018/2/layout/IconVerticalSolidList"/>
    <dgm:cxn modelId="{045850AC-17C6-4C9D-98A7-B7930CF75069}" type="presParOf" srcId="{B880884D-1A11-4A6A-A608-E20D558AFF3E}" destId="{3950B3FF-A51A-4ED7-B2F9-2B117898BC3A}" srcOrd="3" destOrd="0" presId="urn:microsoft.com/office/officeart/2018/2/layout/IconVerticalSolidList"/>
    <dgm:cxn modelId="{FA2A04E3-9684-4043-85D1-DC13ACBB79F6}" type="presParOf" srcId="{B880884D-1A11-4A6A-A608-E20D558AFF3E}" destId="{861AC97F-6C56-4420-A2A3-98F1A17E4C4C}" srcOrd="4" destOrd="0" presId="urn:microsoft.com/office/officeart/2018/2/layout/IconVerticalSolidList"/>
    <dgm:cxn modelId="{2F43889B-0412-45D2-9875-DD4FF38A35C9}" type="presParOf" srcId="{861AC97F-6C56-4420-A2A3-98F1A17E4C4C}" destId="{6AAF8DF7-2767-48F3-8A9D-CCA5E9808334}" srcOrd="0" destOrd="0" presId="urn:microsoft.com/office/officeart/2018/2/layout/IconVerticalSolidList"/>
    <dgm:cxn modelId="{1F4985FF-F64D-4071-851A-3A437E174B9B}" type="presParOf" srcId="{861AC97F-6C56-4420-A2A3-98F1A17E4C4C}" destId="{EC7ED2DE-1141-4537-B134-E5619A3BC03D}" srcOrd="1" destOrd="0" presId="urn:microsoft.com/office/officeart/2018/2/layout/IconVerticalSolidList"/>
    <dgm:cxn modelId="{83691978-72D3-4A80-B6EA-FBE7C54580F2}" type="presParOf" srcId="{861AC97F-6C56-4420-A2A3-98F1A17E4C4C}" destId="{DE0995FB-E0D5-4BB6-AEB8-7AB37E980C4F}" srcOrd="2" destOrd="0" presId="urn:microsoft.com/office/officeart/2018/2/layout/IconVerticalSolidList"/>
    <dgm:cxn modelId="{83EA293C-C07D-44F2-A6E9-CAEA8047F9C4}" type="presParOf" srcId="{861AC97F-6C56-4420-A2A3-98F1A17E4C4C}" destId="{6E65EB8B-B3D5-4F1F-AAD3-09F3D5B769ED}" srcOrd="3" destOrd="0" presId="urn:microsoft.com/office/officeart/2018/2/layout/IconVerticalSolidList"/>
    <dgm:cxn modelId="{C9CFE4C3-B869-414B-8916-4F915C4A452C}" type="presParOf" srcId="{B880884D-1A11-4A6A-A608-E20D558AFF3E}" destId="{C4A2FF49-CE38-474A-AD66-E6B367162DCC}" srcOrd="5" destOrd="0" presId="urn:microsoft.com/office/officeart/2018/2/layout/IconVerticalSolidList"/>
    <dgm:cxn modelId="{8F8320FF-90B3-44F4-BD14-B172046619A6}" type="presParOf" srcId="{B880884D-1A11-4A6A-A608-E20D558AFF3E}" destId="{00943777-4E9A-462F-A252-7DAE853E2761}" srcOrd="6" destOrd="0" presId="urn:microsoft.com/office/officeart/2018/2/layout/IconVerticalSolidList"/>
    <dgm:cxn modelId="{20E1DECF-3135-4D6A-A1D5-C863FED6459D}" type="presParOf" srcId="{00943777-4E9A-462F-A252-7DAE853E2761}" destId="{AC537B63-9A42-4FBA-A77B-4DE97AB456FC}" srcOrd="0" destOrd="0" presId="urn:microsoft.com/office/officeart/2018/2/layout/IconVerticalSolidList"/>
    <dgm:cxn modelId="{7588DB9E-4B14-4622-A2BF-1A2F75FFC681}" type="presParOf" srcId="{00943777-4E9A-462F-A252-7DAE853E2761}" destId="{36EF051D-0348-41E9-851A-3EAA4D4C4D5D}" srcOrd="1" destOrd="0" presId="urn:microsoft.com/office/officeart/2018/2/layout/IconVerticalSolidList"/>
    <dgm:cxn modelId="{53F33A22-5BC2-4D11-9FFB-8861409CC59B}" type="presParOf" srcId="{00943777-4E9A-462F-A252-7DAE853E2761}" destId="{129E0E7E-97E9-40A9-8834-2588E08FB118}" srcOrd="2" destOrd="0" presId="urn:microsoft.com/office/officeart/2018/2/layout/IconVerticalSolidList"/>
    <dgm:cxn modelId="{428AECBA-3A85-45FB-9D0E-8E599404FA9D}" type="presParOf" srcId="{00943777-4E9A-462F-A252-7DAE853E2761}" destId="{46496C38-3F44-4B5F-8C88-C058294EE9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998400-243F-45DE-8585-183DF33546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FD9441E-99BA-4479-A667-C1A0A5406325}">
      <dgm:prSet/>
      <dgm:spPr/>
      <dgm:t>
        <a:bodyPr/>
        <a:lstStyle/>
        <a:p>
          <a:pPr>
            <a:defRPr cap="all"/>
          </a:pPr>
          <a:r>
            <a:rPr lang="en-US"/>
            <a:t>Configuration layer manages model settings and processing thresholds</a:t>
          </a:r>
        </a:p>
      </dgm:t>
    </dgm:pt>
    <dgm:pt modelId="{FE3E5F2D-7FD9-4976-ABD3-79C619B2BF79}" type="parTrans" cxnId="{A9F4F8A2-4C49-4041-81F0-58AF333D0BDA}">
      <dgm:prSet/>
      <dgm:spPr/>
      <dgm:t>
        <a:bodyPr/>
        <a:lstStyle/>
        <a:p>
          <a:endParaRPr lang="en-US"/>
        </a:p>
      </dgm:t>
    </dgm:pt>
    <dgm:pt modelId="{D729BE07-39EE-42C4-AC3B-1DCFF6DDDDEB}" type="sibTrans" cxnId="{A9F4F8A2-4C49-4041-81F0-58AF333D0BDA}">
      <dgm:prSet/>
      <dgm:spPr/>
      <dgm:t>
        <a:bodyPr/>
        <a:lstStyle/>
        <a:p>
          <a:endParaRPr lang="en-US"/>
        </a:p>
      </dgm:t>
    </dgm:pt>
    <dgm:pt modelId="{3C9E8021-5E58-4862-9D40-F4C9144E1A73}">
      <dgm:prSet/>
      <dgm:spPr/>
      <dgm:t>
        <a:bodyPr/>
        <a:lstStyle/>
        <a:p>
          <a:pPr>
            <a:defRPr cap="all"/>
          </a:pPr>
          <a:r>
            <a:rPr lang="en-US"/>
            <a:t>Core orchestration handled by NewsBot2IntegratedSystem</a:t>
          </a:r>
        </a:p>
      </dgm:t>
    </dgm:pt>
    <dgm:pt modelId="{48BF7B8C-C7B5-4B8E-965A-4E2E1B0AA376}" type="parTrans" cxnId="{94077AEA-073A-4941-AAFC-E8ADD05C6953}">
      <dgm:prSet/>
      <dgm:spPr/>
      <dgm:t>
        <a:bodyPr/>
        <a:lstStyle/>
        <a:p>
          <a:endParaRPr lang="en-US"/>
        </a:p>
      </dgm:t>
    </dgm:pt>
    <dgm:pt modelId="{90DAE08D-203A-4584-9F71-E70B5F87AE2D}" type="sibTrans" cxnId="{94077AEA-073A-4941-AAFC-E8ADD05C6953}">
      <dgm:prSet/>
      <dgm:spPr/>
      <dgm:t>
        <a:bodyPr/>
        <a:lstStyle/>
        <a:p>
          <a:endParaRPr lang="en-US"/>
        </a:p>
      </dgm:t>
    </dgm:pt>
    <dgm:pt modelId="{032E2CD6-2E56-4711-BEDE-EBF3F906700D}">
      <dgm:prSet/>
      <dgm:spPr/>
      <dgm:t>
        <a:bodyPr/>
        <a:lstStyle/>
        <a:p>
          <a:pPr>
            <a:defRPr cap="all"/>
          </a:pPr>
          <a:r>
            <a:rPr lang="en-US"/>
            <a:t>Pipeline supports preprocessing → analysis → enrichment → reporting</a:t>
          </a:r>
        </a:p>
      </dgm:t>
    </dgm:pt>
    <dgm:pt modelId="{33D4A775-E70D-463B-B346-DF4C675A0ED0}" type="parTrans" cxnId="{C1A10F9F-5B6B-4D1B-9DB6-A6FDAB459575}">
      <dgm:prSet/>
      <dgm:spPr/>
      <dgm:t>
        <a:bodyPr/>
        <a:lstStyle/>
        <a:p>
          <a:endParaRPr lang="en-US"/>
        </a:p>
      </dgm:t>
    </dgm:pt>
    <dgm:pt modelId="{BEB4FABC-BDFE-4394-AA94-8EC9DCFE6393}" type="sibTrans" cxnId="{C1A10F9F-5B6B-4D1B-9DB6-A6FDAB459575}">
      <dgm:prSet/>
      <dgm:spPr/>
      <dgm:t>
        <a:bodyPr/>
        <a:lstStyle/>
        <a:p>
          <a:endParaRPr lang="en-US"/>
        </a:p>
      </dgm:t>
    </dgm:pt>
    <dgm:pt modelId="{D04D25F4-4338-42CB-A4F0-08DBAC41FB6D}">
      <dgm:prSet/>
      <dgm:spPr/>
      <dgm:t>
        <a:bodyPr/>
        <a:lstStyle/>
        <a:p>
          <a:pPr>
            <a:defRPr cap="all"/>
          </a:pPr>
          <a:r>
            <a:rPr lang="en-US"/>
            <a:t>Caching and parallel processing optimize performance</a:t>
          </a:r>
        </a:p>
      </dgm:t>
    </dgm:pt>
    <dgm:pt modelId="{27DF9298-D14D-44A7-A352-0184F8D1C421}" type="parTrans" cxnId="{44DA5B7B-232A-4892-98C9-D3FF8065609B}">
      <dgm:prSet/>
      <dgm:spPr/>
      <dgm:t>
        <a:bodyPr/>
        <a:lstStyle/>
        <a:p>
          <a:endParaRPr lang="en-US"/>
        </a:p>
      </dgm:t>
    </dgm:pt>
    <dgm:pt modelId="{8C22C78C-0E8E-4692-854F-07E60594C9C1}" type="sibTrans" cxnId="{44DA5B7B-232A-4892-98C9-D3FF8065609B}">
      <dgm:prSet/>
      <dgm:spPr/>
      <dgm:t>
        <a:bodyPr/>
        <a:lstStyle/>
        <a:p>
          <a:endParaRPr lang="en-US"/>
        </a:p>
      </dgm:t>
    </dgm:pt>
    <dgm:pt modelId="{EC6FA3D8-DE67-430F-BF16-4C2F2B8EB0BE}" type="pres">
      <dgm:prSet presAssocID="{08998400-243F-45DE-8585-183DF3354677}" presName="root" presStyleCnt="0">
        <dgm:presLayoutVars>
          <dgm:dir/>
          <dgm:resizeHandles val="exact"/>
        </dgm:presLayoutVars>
      </dgm:prSet>
      <dgm:spPr/>
    </dgm:pt>
    <dgm:pt modelId="{702C9996-8C99-4CDA-BA64-138FA9EA9669}" type="pres">
      <dgm:prSet presAssocID="{4FD9441E-99BA-4479-A667-C1A0A5406325}" presName="compNode" presStyleCnt="0"/>
      <dgm:spPr/>
    </dgm:pt>
    <dgm:pt modelId="{AB543A7C-9A1A-4091-9B60-1D8D46739183}" type="pres">
      <dgm:prSet presAssocID="{4FD9441E-99BA-4479-A667-C1A0A5406325}" presName="iconBgRect" presStyleLbl="bgShp" presStyleIdx="0" presStyleCnt="4"/>
      <dgm:spPr/>
    </dgm:pt>
    <dgm:pt modelId="{A67AC089-CCF2-4B99-A08C-1DF601BB5059}" type="pres">
      <dgm:prSet presAssocID="{4FD9441E-99BA-4479-A667-C1A0A540632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BC08288-29D3-44E1-8B2E-690FF29FED82}" type="pres">
      <dgm:prSet presAssocID="{4FD9441E-99BA-4479-A667-C1A0A5406325}" presName="spaceRect" presStyleCnt="0"/>
      <dgm:spPr/>
    </dgm:pt>
    <dgm:pt modelId="{3DCB7545-7221-4850-96A7-029934C1EAF3}" type="pres">
      <dgm:prSet presAssocID="{4FD9441E-99BA-4479-A667-C1A0A5406325}" presName="textRect" presStyleLbl="revTx" presStyleIdx="0" presStyleCnt="4">
        <dgm:presLayoutVars>
          <dgm:chMax val="1"/>
          <dgm:chPref val="1"/>
        </dgm:presLayoutVars>
      </dgm:prSet>
      <dgm:spPr/>
    </dgm:pt>
    <dgm:pt modelId="{93E6675E-C54E-42DC-992E-B2435324F358}" type="pres">
      <dgm:prSet presAssocID="{D729BE07-39EE-42C4-AC3B-1DCFF6DDDDEB}" presName="sibTrans" presStyleCnt="0"/>
      <dgm:spPr/>
    </dgm:pt>
    <dgm:pt modelId="{9255240D-30B2-4C0E-8880-DA62A63E55D2}" type="pres">
      <dgm:prSet presAssocID="{3C9E8021-5E58-4862-9D40-F4C9144E1A73}" presName="compNode" presStyleCnt="0"/>
      <dgm:spPr/>
    </dgm:pt>
    <dgm:pt modelId="{470EAFC9-FEB8-483C-9A91-5C57AF1137C3}" type="pres">
      <dgm:prSet presAssocID="{3C9E8021-5E58-4862-9D40-F4C9144E1A73}" presName="iconBgRect" presStyleLbl="bgShp" presStyleIdx="1" presStyleCnt="4"/>
      <dgm:spPr/>
    </dgm:pt>
    <dgm:pt modelId="{7AFF28D3-629E-434C-91DF-BA6B880798A8}" type="pres">
      <dgm:prSet presAssocID="{3C9E8021-5E58-4862-9D40-F4C9144E1A7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4691B00-68E6-4782-BF24-D8F13CFA4424}" type="pres">
      <dgm:prSet presAssocID="{3C9E8021-5E58-4862-9D40-F4C9144E1A73}" presName="spaceRect" presStyleCnt="0"/>
      <dgm:spPr/>
    </dgm:pt>
    <dgm:pt modelId="{20389560-C79C-41C9-BF97-934C935F2034}" type="pres">
      <dgm:prSet presAssocID="{3C9E8021-5E58-4862-9D40-F4C9144E1A73}" presName="textRect" presStyleLbl="revTx" presStyleIdx="1" presStyleCnt="4">
        <dgm:presLayoutVars>
          <dgm:chMax val="1"/>
          <dgm:chPref val="1"/>
        </dgm:presLayoutVars>
      </dgm:prSet>
      <dgm:spPr/>
    </dgm:pt>
    <dgm:pt modelId="{2EF58D0A-76F1-42E4-96E2-8D7F0B8C106A}" type="pres">
      <dgm:prSet presAssocID="{90DAE08D-203A-4584-9F71-E70B5F87AE2D}" presName="sibTrans" presStyleCnt="0"/>
      <dgm:spPr/>
    </dgm:pt>
    <dgm:pt modelId="{9E60ABE3-F8D5-46FD-9EE6-AA1339C2D363}" type="pres">
      <dgm:prSet presAssocID="{032E2CD6-2E56-4711-BEDE-EBF3F906700D}" presName="compNode" presStyleCnt="0"/>
      <dgm:spPr/>
    </dgm:pt>
    <dgm:pt modelId="{79BFC24B-9E3A-4499-BC84-A3A9098233A5}" type="pres">
      <dgm:prSet presAssocID="{032E2CD6-2E56-4711-BEDE-EBF3F906700D}" presName="iconBgRect" presStyleLbl="bgShp" presStyleIdx="2" presStyleCnt="4"/>
      <dgm:spPr/>
    </dgm:pt>
    <dgm:pt modelId="{7079720C-1E7B-485A-8AE6-BF4CE3D5E6B4}" type="pres">
      <dgm:prSet presAssocID="{032E2CD6-2E56-4711-BEDE-EBF3F906700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A4669F9-AC9A-4C63-928C-A3A6B8BEC19F}" type="pres">
      <dgm:prSet presAssocID="{032E2CD6-2E56-4711-BEDE-EBF3F906700D}" presName="spaceRect" presStyleCnt="0"/>
      <dgm:spPr/>
    </dgm:pt>
    <dgm:pt modelId="{DE70333F-A594-46E1-BE69-C7E069C4B375}" type="pres">
      <dgm:prSet presAssocID="{032E2CD6-2E56-4711-BEDE-EBF3F906700D}" presName="textRect" presStyleLbl="revTx" presStyleIdx="2" presStyleCnt="4">
        <dgm:presLayoutVars>
          <dgm:chMax val="1"/>
          <dgm:chPref val="1"/>
        </dgm:presLayoutVars>
      </dgm:prSet>
      <dgm:spPr/>
    </dgm:pt>
    <dgm:pt modelId="{5BBF4AA0-445F-46FB-A0A1-5643509167C1}" type="pres">
      <dgm:prSet presAssocID="{BEB4FABC-BDFE-4394-AA94-8EC9DCFE6393}" presName="sibTrans" presStyleCnt="0"/>
      <dgm:spPr/>
    </dgm:pt>
    <dgm:pt modelId="{8426D4B3-A7E1-465E-B3C4-2DC534FD5AA2}" type="pres">
      <dgm:prSet presAssocID="{D04D25F4-4338-42CB-A4F0-08DBAC41FB6D}" presName="compNode" presStyleCnt="0"/>
      <dgm:spPr/>
    </dgm:pt>
    <dgm:pt modelId="{2B98CFC4-6CD9-4C1C-861B-64CD50FAB507}" type="pres">
      <dgm:prSet presAssocID="{D04D25F4-4338-42CB-A4F0-08DBAC41FB6D}" presName="iconBgRect" presStyleLbl="bgShp" presStyleIdx="3" presStyleCnt="4"/>
      <dgm:spPr/>
    </dgm:pt>
    <dgm:pt modelId="{14039CFF-B425-44C4-A1D9-CA737D6DCC7A}" type="pres">
      <dgm:prSet presAssocID="{D04D25F4-4338-42CB-A4F0-08DBAC41FB6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D6E328F-59FA-43FC-8D0C-694E900FCEC9}" type="pres">
      <dgm:prSet presAssocID="{D04D25F4-4338-42CB-A4F0-08DBAC41FB6D}" presName="spaceRect" presStyleCnt="0"/>
      <dgm:spPr/>
    </dgm:pt>
    <dgm:pt modelId="{F0196FB0-1608-452C-AF93-1BD77D071DDD}" type="pres">
      <dgm:prSet presAssocID="{D04D25F4-4338-42CB-A4F0-08DBAC41FB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861E06-EB02-44DF-9A59-874F31298014}" type="presOf" srcId="{3C9E8021-5E58-4862-9D40-F4C9144E1A73}" destId="{20389560-C79C-41C9-BF97-934C935F2034}" srcOrd="0" destOrd="0" presId="urn:microsoft.com/office/officeart/2018/5/layout/IconCircleLabelList"/>
    <dgm:cxn modelId="{F9731E12-FE2F-45F5-A432-51E717966478}" type="presOf" srcId="{D04D25F4-4338-42CB-A4F0-08DBAC41FB6D}" destId="{F0196FB0-1608-452C-AF93-1BD77D071DDD}" srcOrd="0" destOrd="0" presId="urn:microsoft.com/office/officeart/2018/5/layout/IconCircleLabelList"/>
    <dgm:cxn modelId="{B7C96C6C-BABE-4890-84B4-D6B9E0CF7A3E}" type="presOf" srcId="{032E2CD6-2E56-4711-BEDE-EBF3F906700D}" destId="{DE70333F-A594-46E1-BE69-C7E069C4B375}" srcOrd="0" destOrd="0" presId="urn:microsoft.com/office/officeart/2018/5/layout/IconCircleLabelList"/>
    <dgm:cxn modelId="{A9451B78-CBAB-4FA4-B9F6-1BE2EAB77163}" type="presOf" srcId="{4FD9441E-99BA-4479-A667-C1A0A5406325}" destId="{3DCB7545-7221-4850-96A7-029934C1EAF3}" srcOrd="0" destOrd="0" presId="urn:microsoft.com/office/officeart/2018/5/layout/IconCircleLabelList"/>
    <dgm:cxn modelId="{44DA5B7B-232A-4892-98C9-D3FF8065609B}" srcId="{08998400-243F-45DE-8585-183DF3354677}" destId="{D04D25F4-4338-42CB-A4F0-08DBAC41FB6D}" srcOrd="3" destOrd="0" parTransId="{27DF9298-D14D-44A7-A352-0184F8D1C421}" sibTransId="{8C22C78C-0E8E-4692-854F-07E60594C9C1}"/>
    <dgm:cxn modelId="{C1A10F9F-5B6B-4D1B-9DB6-A6FDAB459575}" srcId="{08998400-243F-45DE-8585-183DF3354677}" destId="{032E2CD6-2E56-4711-BEDE-EBF3F906700D}" srcOrd="2" destOrd="0" parTransId="{33D4A775-E70D-463B-B346-DF4C675A0ED0}" sibTransId="{BEB4FABC-BDFE-4394-AA94-8EC9DCFE6393}"/>
    <dgm:cxn modelId="{A9F4F8A2-4C49-4041-81F0-58AF333D0BDA}" srcId="{08998400-243F-45DE-8585-183DF3354677}" destId="{4FD9441E-99BA-4479-A667-C1A0A5406325}" srcOrd="0" destOrd="0" parTransId="{FE3E5F2D-7FD9-4976-ABD3-79C619B2BF79}" sibTransId="{D729BE07-39EE-42C4-AC3B-1DCFF6DDDDEB}"/>
    <dgm:cxn modelId="{06DD5FC5-E5B3-4237-8408-A045599F7811}" type="presOf" srcId="{08998400-243F-45DE-8585-183DF3354677}" destId="{EC6FA3D8-DE67-430F-BF16-4C2F2B8EB0BE}" srcOrd="0" destOrd="0" presId="urn:microsoft.com/office/officeart/2018/5/layout/IconCircleLabelList"/>
    <dgm:cxn modelId="{94077AEA-073A-4941-AAFC-E8ADD05C6953}" srcId="{08998400-243F-45DE-8585-183DF3354677}" destId="{3C9E8021-5E58-4862-9D40-F4C9144E1A73}" srcOrd="1" destOrd="0" parTransId="{48BF7B8C-C7B5-4B8E-965A-4E2E1B0AA376}" sibTransId="{90DAE08D-203A-4584-9F71-E70B5F87AE2D}"/>
    <dgm:cxn modelId="{243944E7-6952-4DF1-A47B-E136F0DE9B72}" type="presParOf" srcId="{EC6FA3D8-DE67-430F-BF16-4C2F2B8EB0BE}" destId="{702C9996-8C99-4CDA-BA64-138FA9EA9669}" srcOrd="0" destOrd="0" presId="urn:microsoft.com/office/officeart/2018/5/layout/IconCircleLabelList"/>
    <dgm:cxn modelId="{23759931-B973-468E-A07F-F458380A85AB}" type="presParOf" srcId="{702C9996-8C99-4CDA-BA64-138FA9EA9669}" destId="{AB543A7C-9A1A-4091-9B60-1D8D46739183}" srcOrd="0" destOrd="0" presId="urn:microsoft.com/office/officeart/2018/5/layout/IconCircleLabelList"/>
    <dgm:cxn modelId="{58114156-5664-4355-8EA8-D7ECC7E5FFD0}" type="presParOf" srcId="{702C9996-8C99-4CDA-BA64-138FA9EA9669}" destId="{A67AC089-CCF2-4B99-A08C-1DF601BB5059}" srcOrd="1" destOrd="0" presId="urn:microsoft.com/office/officeart/2018/5/layout/IconCircleLabelList"/>
    <dgm:cxn modelId="{B44F39BC-B8BF-4AB5-B896-606D289925E4}" type="presParOf" srcId="{702C9996-8C99-4CDA-BA64-138FA9EA9669}" destId="{0BC08288-29D3-44E1-8B2E-690FF29FED82}" srcOrd="2" destOrd="0" presId="urn:microsoft.com/office/officeart/2018/5/layout/IconCircleLabelList"/>
    <dgm:cxn modelId="{0F6D2A31-3A97-417A-AA17-73EEFBFC5BC7}" type="presParOf" srcId="{702C9996-8C99-4CDA-BA64-138FA9EA9669}" destId="{3DCB7545-7221-4850-96A7-029934C1EAF3}" srcOrd="3" destOrd="0" presId="urn:microsoft.com/office/officeart/2018/5/layout/IconCircleLabelList"/>
    <dgm:cxn modelId="{1BC3C145-710F-4B3F-95AC-10D1CA0B8CA6}" type="presParOf" srcId="{EC6FA3D8-DE67-430F-BF16-4C2F2B8EB0BE}" destId="{93E6675E-C54E-42DC-992E-B2435324F358}" srcOrd="1" destOrd="0" presId="urn:microsoft.com/office/officeart/2018/5/layout/IconCircleLabelList"/>
    <dgm:cxn modelId="{7E0F83AC-A66A-4D63-988A-03C9B172D314}" type="presParOf" srcId="{EC6FA3D8-DE67-430F-BF16-4C2F2B8EB0BE}" destId="{9255240D-30B2-4C0E-8880-DA62A63E55D2}" srcOrd="2" destOrd="0" presId="urn:microsoft.com/office/officeart/2018/5/layout/IconCircleLabelList"/>
    <dgm:cxn modelId="{AEB59B5C-F31E-4FAF-97F9-8C1DB502EC8F}" type="presParOf" srcId="{9255240D-30B2-4C0E-8880-DA62A63E55D2}" destId="{470EAFC9-FEB8-483C-9A91-5C57AF1137C3}" srcOrd="0" destOrd="0" presId="urn:microsoft.com/office/officeart/2018/5/layout/IconCircleLabelList"/>
    <dgm:cxn modelId="{6CD8B1F3-C63E-402D-9A1E-954680E02702}" type="presParOf" srcId="{9255240D-30B2-4C0E-8880-DA62A63E55D2}" destId="{7AFF28D3-629E-434C-91DF-BA6B880798A8}" srcOrd="1" destOrd="0" presId="urn:microsoft.com/office/officeart/2018/5/layout/IconCircleLabelList"/>
    <dgm:cxn modelId="{E6D331A5-AE46-473F-99EF-6EEAEC81DD8D}" type="presParOf" srcId="{9255240D-30B2-4C0E-8880-DA62A63E55D2}" destId="{74691B00-68E6-4782-BF24-D8F13CFA4424}" srcOrd="2" destOrd="0" presId="urn:microsoft.com/office/officeart/2018/5/layout/IconCircleLabelList"/>
    <dgm:cxn modelId="{80DC8446-5B99-4228-8E10-1550F82A14FA}" type="presParOf" srcId="{9255240D-30B2-4C0E-8880-DA62A63E55D2}" destId="{20389560-C79C-41C9-BF97-934C935F2034}" srcOrd="3" destOrd="0" presId="urn:microsoft.com/office/officeart/2018/5/layout/IconCircleLabelList"/>
    <dgm:cxn modelId="{89DD866C-7832-41C0-B3B8-7B72042FB5F8}" type="presParOf" srcId="{EC6FA3D8-DE67-430F-BF16-4C2F2B8EB0BE}" destId="{2EF58D0A-76F1-42E4-96E2-8D7F0B8C106A}" srcOrd="3" destOrd="0" presId="urn:microsoft.com/office/officeart/2018/5/layout/IconCircleLabelList"/>
    <dgm:cxn modelId="{A16DD1EF-CA19-4DCB-B58C-C8F4D5A180C4}" type="presParOf" srcId="{EC6FA3D8-DE67-430F-BF16-4C2F2B8EB0BE}" destId="{9E60ABE3-F8D5-46FD-9EE6-AA1339C2D363}" srcOrd="4" destOrd="0" presId="urn:microsoft.com/office/officeart/2018/5/layout/IconCircleLabelList"/>
    <dgm:cxn modelId="{936209AF-CEC7-414A-A6FC-772605FC9273}" type="presParOf" srcId="{9E60ABE3-F8D5-46FD-9EE6-AA1339C2D363}" destId="{79BFC24B-9E3A-4499-BC84-A3A9098233A5}" srcOrd="0" destOrd="0" presId="urn:microsoft.com/office/officeart/2018/5/layout/IconCircleLabelList"/>
    <dgm:cxn modelId="{0B48FDF0-8541-4A0B-B3F6-E6C3D8411BBD}" type="presParOf" srcId="{9E60ABE3-F8D5-46FD-9EE6-AA1339C2D363}" destId="{7079720C-1E7B-485A-8AE6-BF4CE3D5E6B4}" srcOrd="1" destOrd="0" presId="urn:microsoft.com/office/officeart/2018/5/layout/IconCircleLabelList"/>
    <dgm:cxn modelId="{CFACD74A-AD77-45F7-B98E-33F084486FFC}" type="presParOf" srcId="{9E60ABE3-F8D5-46FD-9EE6-AA1339C2D363}" destId="{BA4669F9-AC9A-4C63-928C-A3A6B8BEC19F}" srcOrd="2" destOrd="0" presId="urn:microsoft.com/office/officeart/2018/5/layout/IconCircleLabelList"/>
    <dgm:cxn modelId="{8A87792B-1AD8-40C9-816A-8F22CC0DEDE7}" type="presParOf" srcId="{9E60ABE3-F8D5-46FD-9EE6-AA1339C2D363}" destId="{DE70333F-A594-46E1-BE69-C7E069C4B375}" srcOrd="3" destOrd="0" presId="urn:microsoft.com/office/officeart/2018/5/layout/IconCircleLabelList"/>
    <dgm:cxn modelId="{680D3812-6B9A-4EB6-8463-F1B9854F5F2F}" type="presParOf" srcId="{EC6FA3D8-DE67-430F-BF16-4C2F2B8EB0BE}" destId="{5BBF4AA0-445F-46FB-A0A1-5643509167C1}" srcOrd="5" destOrd="0" presId="urn:microsoft.com/office/officeart/2018/5/layout/IconCircleLabelList"/>
    <dgm:cxn modelId="{9E427B1B-EB79-46BC-B8BF-5923B391F209}" type="presParOf" srcId="{EC6FA3D8-DE67-430F-BF16-4C2F2B8EB0BE}" destId="{8426D4B3-A7E1-465E-B3C4-2DC534FD5AA2}" srcOrd="6" destOrd="0" presId="urn:microsoft.com/office/officeart/2018/5/layout/IconCircleLabelList"/>
    <dgm:cxn modelId="{C53EE2C4-7A3C-4E07-B141-9FB6B9560FE1}" type="presParOf" srcId="{8426D4B3-A7E1-465E-B3C4-2DC534FD5AA2}" destId="{2B98CFC4-6CD9-4C1C-861B-64CD50FAB507}" srcOrd="0" destOrd="0" presId="urn:microsoft.com/office/officeart/2018/5/layout/IconCircleLabelList"/>
    <dgm:cxn modelId="{B00BF7E2-E991-433E-85D4-6DF5C879D917}" type="presParOf" srcId="{8426D4B3-A7E1-465E-B3C4-2DC534FD5AA2}" destId="{14039CFF-B425-44C4-A1D9-CA737D6DCC7A}" srcOrd="1" destOrd="0" presId="urn:microsoft.com/office/officeart/2018/5/layout/IconCircleLabelList"/>
    <dgm:cxn modelId="{4A33565E-4E58-48B1-AB55-39A89D73AE96}" type="presParOf" srcId="{8426D4B3-A7E1-465E-B3C4-2DC534FD5AA2}" destId="{AD6E328F-59FA-43FC-8D0C-694E900FCEC9}" srcOrd="2" destOrd="0" presId="urn:microsoft.com/office/officeart/2018/5/layout/IconCircleLabelList"/>
    <dgm:cxn modelId="{E890B365-86B9-4306-9371-924C92FDF86C}" type="presParOf" srcId="{8426D4B3-A7E1-465E-B3C4-2DC534FD5AA2}" destId="{F0196FB0-1608-452C-AF93-1BD77D071DD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0DDF58-731A-49CF-BE60-8BBFAF301AA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A441123-5FF2-4EAA-A9AC-0094A47E3BA0}">
      <dgm:prSet/>
      <dgm:spPr/>
      <dgm:t>
        <a:bodyPr/>
        <a:lstStyle/>
        <a:p>
          <a:r>
            <a:rPr lang="en-US"/>
            <a:t>TF-IDF vectorization with 10,000 features and bi-grams</a:t>
          </a:r>
        </a:p>
      </dgm:t>
    </dgm:pt>
    <dgm:pt modelId="{639D8870-7B21-4632-BC58-C78DC1008881}" type="parTrans" cxnId="{7304428E-642F-4BB6-943E-86A880ADF20E}">
      <dgm:prSet/>
      <dgm:spPr/>
      <dgm:t>
        <a:bodyPr/>
        <a:lstStyle/>
        <a:p>
          <a:endParaRPr lang="en-US"/>
        </a:p>
      </dgm:t>
    </dgm:pt>
    <dgm:pt modelId="{978229E6-5314-44CA-903D-DE7288E74281}" type="sibTrans" cxnId="{7304428E-642F-4BB6-943E-86A880ADF20E}">
      <dgm:prSet/>
      <dgm:spPr/>
      <dgm:t>
        <a:bodyPr/>
        <a:lstStyle/>
        <a:p>
          <a:endParaRPr lang="en-US"/>
        </a:p>
      </dgm:t>
    </dgm:pt>
    <dgm:pt modelId="{04E88EE2-E493-41FE-A8E1-E150F9F7AF1A}">
      <dgm:prSet/>
      <dgm:spPr/>
      <dgm:t>
        <a:bodyPr/>
        <a:lstStyle/>
        <a:p>
          <a:r>
            <a:rPr lang="en-US"/>
            <a:t>Ensemble voting classifier using Logistic Regression + Random Forest</a:t>
          </a:r>
        </a:p>
      </dgm:t>
    </dgm:pt>
    <dgm:pt modelId="{AB9B2AE3-2F99-45D0-A063-9E8BFAC472D6}" type="parTrans" cxnId="{CCD2735A-4B2C-4EA6-9743-6C2FD6B33006}">
      <dgm:prSet/>
      <dgm:spPr/>
      <dgm:t>
        <a:bodyPr/>
        <a:lstStyle/>
        <a:p>
          <a:endParaRPr lang="en-US"/>
        </a:p>
      </dgm:t>
    </dgm:pt>
    <dgm:pt modelId="{90B5299C-A757-4098-8EEF-DC7C2FB47688}" type="sibTrans" cxnId="{CCD2735A-4B2C-4EA6-9743-6C2FD6B33006}">
      <dgm:prSet/>
      <dgm:spPr/>
      <dgm:t>
        <a:bodyPr/>
        <a:lstStyle/>
        <a:p>
          <a:endParaRPr lang="en-US"/>
        </a:p>
      </dgm:t>
    </dgm:pt>
    <dgm:pt modelId="{03C38894-3E88-4226-BFC1-2F1A5A88FF20}">
      <dgm:prSet/>
      <dgm:spPr/>
      <dgm:t>
        <a:bodyPr/>
        <a:lstStyle/>
        <a:p>
          <a:r>
            <a:rPr lang="en-US"/>
            <a:t>Confidence calibration via CalibratedClassifierCV</a:t>
          </a:r>
        </a:p>
      </dgm:t>
    </dgm:pt>
    <dgm:pt modelId="{20159767-90A2-4ADB-993E-2C6D8AB1A999}" type="parTrans" cxnId="{6D570AC8-86D7-40CE-8EE9-2A70577EABA7}">
      <dgm:prSet/>
      <dgm:spPr/>
      <dgm:t>
        <a:bodyPr/>
        <a:lstStyle/>
        <a:p>
          <a:endParaRPr lang="en-US"/>
        </a:p>
      </dgm:t>
    </dgm:pt>
    <dgm:pt modelId="{B40F953B-4F92-460D-920E-D721A69A7944}" type="sibTrans" cxnId="{6D570AC8-86D7-40CE-8EE9-2A70577EABA7}">
      <dgm:prSet/>
      <dgm:spPr/>
      <dgm:t>
        <a:bodyPr/>
        <a:lstStyle/>
        <a:p>
          <a:endParaRPr lang="en-US"/>
        </a:p>
      </dgm:t>
    </dgm:pt>
    <dgm:pt modelId="{1BCFF125-6FF9-48E1-9334-F44D22E7FD92}">
      <dgm:prSet/>
      <dgm:spPr/>
      <dgm:t>
        <a:bodyPr/>
        <a:lstStyle/>
        <a:p>
          <a:r>
            <a:rPr lang="en-US"/>
            <a:t>Provides explainable outputs using top weighted features</a:t>
          </a:r>
        </a:p>
      </dgm:t>
    </dgm:pt>
    <dgm:pt modelId="{A3C5F161-7FF3-4944-81B9-6BD33FF420F3}" type="parTrans" cxnId="{10BE6246-E237-4A4F-9A8A-C7AA0E2C4A4E}">
      <dgm:prSet/>
      <dgm:spPr/>
      <dgm:t>
        <a:bodyPr/>
        <a:lstStyle/>
        <a:p>
          <a:endParaRPr lang="en-US"/>
        </a:p>
      </dgm:t>
    </dgm:pt>
    <dgm:pt modelId="{7C773462-1B4B-49AC-9A89-8F8C31162008}" type="sibTrans" cxnId="{10BE6246-E237-4A4F-9A8A-C7AA0E2C4A4E}">
      <dgm:prSet/>
      <dgm:spPr/>
      <dgm:t>
        <a:bodyPr/>
        <a:lstStyle/>
        <a:p>
          <a:endParaRPr lang="en-US"/>
        </a:p>
      </dgm:t>
    </dgm:pt>
    <dgm:pt modelId="{82C1CEF3-71B6-4A7F-AB36-6B59709B274E}" type="pres">
      <dgm:prSet presAssocID="{1E0DDF58-731A-49CF-BE60-8BBFAF301AAA}" presName="linear" presStyleCnt="0">
        <dgm:presLayoutVars>
          <dgm:animLvl val="lvl"/>
          <dgm:resizeHandles val="exact"/>
        </dgm:presLayoutVars>
      </dgm:prSet>
      <dgm:spPr/>
    </dgm:pt>
    <dgm:pt modelId="{6E7E667C-459A-4D8B-98F3-BD88B1B740BF}" type="pres">
      <dgm:prSet presAssocID="{BA441123-5FF2-4EAA-A9AC-0094A47E3BA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F177349-E71A-4C79-BE7E-7B1420E10C0D}" type="pres">
      <dgm:prSet presAssocID="{978229E6-5314-44CA-903D-DE7288E74281}" presName="spacer" presStyleCnt="0"/>
      <dgm:spPr/>
    </dgm:pt>
    <dgm:pt modelId="{1367B403-1AA7-4CE9-B6B9-A3549E3D32EF}" type="pres">
      <dgm:prSet presAssocID="{04E88EE2-E493-41FE-A8E1-E150F9F7AF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3ED9733-1414-476A-89F9-0BB292B3976F}" type="pres">
      <dgm:prSet presAssocID="{90B5299C-A757-4098-8EEF-DC7C2FB47688}" presName="spacer" presStyleCnt="0"/>
      <dgm:spPr/>
    </dgm:pt>
    <dgm:pt modelId="{C243C435-6602-4632-9840-2F58793B32DB}" type="pres">
      <dgm:prSet presAssocID="{03C38894-3E88-4226-BFC1-2F1A5A88FF2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A2EEBA1-0B0A-4F59-99D5-236687CD5640}" type="pres">
      <dgm:prSet presAssocID="{B40F953B-4F92-460D-920E-D721A69A7944}" presName="spacer" presStyleCnt="0"/>
      <dgm:spPr/>
    </dgm:pt>
    <dgm:pt modelId="{DC252F1B-F8C6-4132-A87F-E3E405D554EE}" type="pres">
      <dgm:prSet presAssocID="{1BCFF125-6FF9-48E1-9334-F44D22E7FD9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0BE6246-E237-4A4F-9A8A-C7AA0E2C4A4E}" srcId="{1E0DDF58-731A-49CF-BE60-8BBFAF301AAA}" destId="{1BCFF125-6FF9-48E1-9334-F44D22E7FD92}" srcOrd="3" destOrd="0" parTransId="{A3C5F161-7FF3-4944-81B9-6BD33FF420F3}" sibTransId="{7C773462-1B4B-49AC-9A89-8F8C31162008}"/>
    <dgm:cxn modelId="{CCD2735A-4B2C-4EA6-9743-6C2FD6B33006}" srcId="{1E0DDF58-731A-49CF-BE60-8BBFAF301AAA}" destId="{04E88EE2-E493-41FE-A8E1-E150F9F7AF1A}" srcOrd="1" destOrd="0" parTransId="{AB9B2AE3-2F99-45D0-A063-9E8BFAC472D6}" sibTransId="{90B5299C-A757-4098-8EEF-DC7C2FB47688}"/>
    <dgm:cxn modelId="{7304428E-642F-4BB6-943E-86A880ADF20E}" srcId="{1E0DDF58-731A-49CF-BE60-8BBFAF301AAA}" destId="{BA441123-5FF2-4EAA-A9AC-0094A47E3BA0}" srcOrd="0" destOrd="0" parTransId="{639D8870-7B21-4632-BC58-C78DC1008881}" sibTransId="{978229E6-5314-44CA-903D-DE7288E74281}"/>
    <dgm:cxn modelId="{B07A81C1-C381-497B-A0B3-880165CD80C1}" type="presOf" srcId="{1BCFF125-6FF9-48E1-9334-F44D22E7FD92}" destId="{DC252F1B-F8C6-4132-A87F-E3E405D554EE}" srcOrd="0" destOrd="0" presId="urn:microsoft.com/office/officeart/2005/8/layout/vList2"/>
    <dgm:cxn modelId="{3B7FC3C1-5342-4C54-8C9D-1EAF99BF0CE9}" type="presOf" srcId="{04E88EE2-E493-41FE-A8E1-E150F9F7AF1A}" destId="{1367B403-1AA7-4CE9-B6B9-A3549E3D32EF}" srcOrd="0" destOrd="0" presId="urn:microsoft.com/office/officeart/2005/8/layout/vList2"/>
    <dgm:cxn modelId="{6D570AC8-86D7-40CE-8EE9-2A70577EABA7}" srcId="{1E0DDF58-731A-49CF-BE60-8BBFAF301AAA}" destId="{03C38894-3E88-4226-BFC1-2F1A5A88FF20}" srcOrd="2" destOrd="0" parTransId="{20159767-90A2-4ADB-993E-2C6D8AB1A999}" sibTransId="{B40F953B-4F92-460D-920E-D721A69A7944}"/>
    <dgm:cxn modelId="{6C303BD9-8606-408D-863A-459EBFEC6C9D}" type="presOf" srcId="{03C38894-3E88-4226-BFC1-2F1A5A88FF20}" destId="{C243C435-6602-4632-9840-2F58793B32DB}" srcOrd="0" destOrd="0" presId="urn:microsoft.com/office/officeart/2005/8/layout/vList2"/>
    <dgm:cxn modelId="{09BC43EB-E65E-449D-8BFF-CCC4C4229E0F}" type="presOf" srcId="{BA441123-5FF2-4EAA-A9AC-0094A47E3BA0}" destId="{6E7E667C-459A-4D8B-98F3-BD88B1B740BF}" srcOrd="0" destOrd="0" presId="urn:microsoft.com/office/officeart/2005/8/layout/vList2"/>
    <dgm:cxn modelId="{6916B7F3-11A3-40B0-9496-EB1781D28E7B}" type="presOf" srcId="{1E0DDF58-731A-49CF-BE60-8BBFAF301AAA}" destId="{82C1CEF3-71B6-4A7F-AB36-6B59709B274E}" srcOrd="0" destOrd="0" presId="urn:microsoft.com/office/officeart/2005/8/layout/vList2"/>
    <dgm:cxn modelId="{EF501056-7ECE-44FC-9C8E-8077A133B227}" type="presParOf" srcId="{82C1CEF3-71B6-4A7F-AB36-6B59709B274E}" destId="{6E7E667C-459A-4D8B-98F3-BD88B1B740BF}" srcOrd="0" destOrd="0" presId="urn:microsoft.com/office/officeart/2005/8/layout/vList2"/>
    <dgm:cxn modelId="{9715197E-8CB3-4096-9E4E-D364878F4990}" type="presParOf" srcId="{82C1CEF3-71B6-4A7F-AB36-6B59709B274E}" destId="{9F177349-E71A-4C79-BE7E-7B1420E10C0D}" srcOrd="1" destOrd="0" presId="urn:microsoft.com/office/officeart/2005/8/layout/vList2"/>
    <dgm:cxn modelId="{0FF1A094-021C-453E-8825-2D73D3681343}" type="presParOf" srcId="{82C1CEF3-71B6-4A7F-AB36-6B59709B274E}" destId="{1367B403-1AA7-4CE9-B6B9-A3549E3D32EF}" srcOrd="2" destOrd="0" presId="urn:microsoft.com/office/officeart/2005/8/layout/vList2"/>
    <dgm:cxn modelId="{67F85FD6-A540-43F5-9F9E-BE5D1E6AFBE4}" type="presParOf" srcId="{82C1CEF3-71B6-4A7F-AB36-6B59709B274E}" destId="{13ED9733-1414-476A-89F9-0BB292B3976F}" srcOrd="3" destOrd="0" presId="urn:microsoft.com/office/officeart/2005/8/layout/vList2"/>
    <dgm:cxn modelId="{7FF44CB5-9010-4F95-98BF-B45B40F888D9}" type="presParOf" srcId="{82C1CEF3-71B6-4A7F-AB36-6B59709B274E}" destId="{C243C435-6602-4632-9840-2F58793B32DB}" srcOrd="4" destOrd="0" presId="urn:microsoft.com/office/officeart/2005/8/layout/vList2"/>
    <dgm:cxn modelId="{514CD3C0-5638-4A24-B3F8-A5DF20CDBDC4}" type="presParOf" srcId="{82C1CEF3-71B6-4A7F-AB36-6B59709B274E}" destId="{8A2EEBA1-0B0A-4F59-99D5-236687CD5640}" srcOrd="5" destOrd="0" presId="urn:microsoft.com/office/officeart/2005/8/layout/vList2"/>
    <dgm:cxn modelId="{19C7FEAE-C789-4DE0-82C5-BE9424B18C42}" type="presParOf" srcId="{82C1CEF3-71B6-4A7F-AB36-6B59709B274E}" destId="{DC252F1B-F8C6-4132-A87F-E3E405D554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9E9D90-58DE-4771-B96F-B067FDCEB4B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919CC1-2611-4382-B059-8151CD49DCD9}">
      <dgm:prSet/>
      <dgm:spPr/>
      <dgm:t>
        <a:bodyPr/>
        <a:lstStyle/>
        <a:p>
          <a:r>
            <a:rPr lang="en-US"/>
            <a:t>Hybrid transformer + TextBlob sentiment pipeline</a:t>
          </a:r>
        </a:p>
      </dgm:t>
    </dgm:pt>
    <dgm:pt modelId="{EF15BAE0-011A-4F3E-9C8C-63169A5A8335}" type="parTrans" cxnId="{0D558E4F-305A-4C79-ABC7-F1576AD32906}">
      <dgm:prSet/>
      <dgm:spPr/>
      <dgm:t>
        <a:bodyPr/>
        <a:lstStyle/>
        <a:p>
          <a:endParaRPr lang="en-US"/>
        </a:p>
      </dgm:t>
    </dgm:pt>
    <dgm:pt modelId="{ECDBCA42-7799-40B4-90F6-47F886BD9AED}" type="sibTrans" cxnId="{0D558E4F-305A-4C79-ABC7-F1576AD32906}">
      <dgm:prSet/>
      <dgm:spPr/>
      <dgm:t>
        <a:bodyPr/>
        <a:lstStyle/>
        <a:p>
          <a:endParaRPr lang="en-US"/>
        </a:p>
      </dgm:t>
    </dgm:pt>
    <dgm:pt modelId="{9BE77B99-B946-4E8F-B2CD-5A60DA3A6AAF}">
      <dgm:prSet/>
      <dgm:spPr/>
      <dgm:t>
        <a:bodyPr/>
        <a:lstStyle/>
        <a:p>
          <a:r>
            <a:rPr lang="en-US"/>
            <a:t>Emotion dimension scoring: joy, anger, fear, sadness, surprise</a:t>
          </a:r>
        </a:p>
      </dgm:t>
    </dgm:pt>
    <dgm:pt modelId="{35FA3E1D-D381-4032-92B0-54DF8FD27609}" type="parTrans" cxnId="{DB2AF03F-020A-4C54-BBB2-23FEDE482B1D}">
      <dgm:prSet/>
      <dgm:spPr/>
      <dgm:t>
        <a:bodyPr/>
        <a:lstStyle/>
        <a:p>
          <a:endParaRPr lang="en-US"/>
        </a:p>
      </dgm:t>
    </dgm:pt>
    <dgm:pt modelId="{189C5C1B-AFAB-4B65-B9AA-E5ED918929B5}" type="sibTrans" cxnId="{DB2AF03F-020A-4C54-BBB2-23FEDE482B1D}">
      <dgm:prSet/>
      <dgm:spPr/>
      <dgm:t>
        <a:bodyPr/>
        <a:lstStyle/>
        <a:p>
          <a:endParaRPr lang="en-US"/>
        </a:p>
      </dgm:t>
    </dgm:pt>
    <dgm:pt modelId="{67B523E2-7550-4B54-8EF4-1832FFB7010F}">
      <dgm:prSet/>
      <dgm:spPr/>
      <dgm:t>
        <a:bodyPr/>
        <a:lstStyle/>
        <a:p>
          <a:r>
            <a:rPr lang="en-US"/>
            <a:t>Anomaly detection through rolling statistical windows</a:t>
          </a:r>
        </a:p>
      </dgm:t>
    </dgm:pt>
    <dgm:pt modelId="{7A26202A-1FDB-49A9-B265-3D6671D6D321}" type="parTrans" cxnId="{0F54315E-4A26-4AB7-BFF2-715B5FFAA431}">
      <dgm:prSet/>
      <dgm:spPr/>
      <dgm:t>
        <a:bodyPr/>
        <a:lstStyle/>
        <a:p>
          <a:endParaRPr lang="en-US"/>
        </a:p>
      </dgm:t>
    </dgm:pt>
    <dgm:pt modelId="{4ABAE819-8FCD-4247-97F8-7114E5FB882B}" type="sibTrans" cxnId="{0F54315E-4A26-4AB7-BFF2-715B5FFAA431}">
      <dgm:prSet/>
      <dgm:spPr/>
      <dgm:t>
        <a:bodyPr/>
        <a:lstStyle/>
        <a:p>
          <a:endParaRPr lang="en-US"/>
        </a:p>
      </dgm:t>
    </dgm:pt>
    <dgm:pt modelId="{C9EA1F69-9306-4FB3-A601-945D69D2FA44}">
      <dgm:prSet/>
      <dgm:spPr/>
      <dgm:t>
        <a:bodyPr/>
        <a:lstStyle/>
        <a:p>
          <a:r>
            <a:rPr lang="en-US"/>
            <a:t>Sentiment momentum tracking over time</a:t>
          </a:r>
        </a:p>
      </dgm:t>
    </dgm:pt>
    <dgm:pt modelId="{74A3D018-2FF0-4785-B9CC-5E8DA730153A}" type="parTrans" cxnId="{74215D01-9C40-48F3-9F2E-FC53A126C9A0}">
      <dgm:prSet/>
      <dgm:spPr/>
      <dgm:t>
        <a:bodyPr/>
        <a:lstStyle/>
        <a:p>
          <a:endParaRPr lang="en-US"/>
        </a:p>
      </dgm:t>
    </dgm:pt>
    <dgm:pt modelId="{B47544B4-7971-4A8A-B464-5C92C6076982}" type="sibTrans" cxnId="{74215D01-9C40-48F3-9F2E-FC53A126C9A0}">
      <dgm:prSet/>
      <dgm:spPr/>
      <dgm:t>
        <a:bodyPr/>
        <a:lstStyle/>
        <a:p>
          <a:endParaRPr lang="en-US"/>
        </a:p>
      </dgm:t>
    </dgm:pt>
    <dgm:pt modelId="{E11F2701-726F-4C00-9A89-A29FB4367C07}" type="pres">
      <dgm:prSet presAssocID="{149E9D90-58DE-4771-B96F-B067FDCEB4BF}" presName="matrix" presStyleCnt="0">
        <dgm:presLayoutVars>
          <dgm:chMax val="1"/>
          <dgm:dir/>
          <dgm:resizeHandles val="exact"/>
        </dgm:presLayoutVars>
      </dgm:prSet>
      <dgm:spPr/>
    </dgm:pt>
    <dgm:pt modelId="{8E1A628A-14B6-405E-9CF5-FC9572E5A64D}" type="pres">
      <dgm:prSet presAssocID="{149E9D90-58DE-4771-B96F-B067FDCEB4BF}" presName="diamond" presStyleLbl="bgShp" presStyleIdx="0" presStyleCnt="1"/>
      <dgm:spPr/>
    </dgm:pt>
    <dgm:pt modelId="{7EDB7A30-3E42-46B1-BB46-11D6CF3FA576}" type="pres">
      <dgm:prSet presAssocID="{149E9D90-58DE-4771-B96F-B067FDCEB4B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F3AC241-9D11-41D5-93A3-E8FFB429E229}" type="pres">
      <dgm:prSet presAssocID="{149E9D90-58DE-4771-B96F-B067FDCEB4B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0EF6AC3-614A-4250-B6C2-EE1215E89AAE}" type="pres">
      <dgm:prSet presAssocID="{149E9D90-58DE-4771-B96F-B067FDCEB4B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D26294C-38C7-4547-AA21-26303854E0D6}" type="pres">
      <dgm:prSet presAssocID="{149E9D90-58DE-4771-B96F-B067FDCEB4B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4215D01-9C40-48F3-9F2E-FC53A126C9A0}" srcId="{149E9D90-58DE-4771-B96F-B067FDCEB4BF}" destId="{C9EA1F69-9306-4FB3-A601-945D69D2FA44}" srcOrd="3" destOrd="0" parTransId="{74A3D018-2FF0-4785-B9CC-5E8DA730153A}" sibTransId="{B47544B4-7971-4A8A-B464-5C92C6076982}"/>
    <dgm:cxn modelId="{DB2AF03F-020A-4C54-BBB2-23FEDE482B1D}" srcId="{149E9D90-58DE-4771-B96F-B067FDCEB4BF}" destId="{9BE77B99-B946-4E8F-B2CD-5A60DA3A6AAF}" srcOrd="1" destOrd="0" parTransId="{35FA3E1D-D381-4032-92B0-54DF8FD27609}" sibTransId="{189C5C1B-AFAB-4B65-B9AA-E5ED918929B5}"/>
    <dgm:cxn modelId="{0F54315E-4A26-4AB7-BFF2-715B5FFAA431}" srcId="{149E9D90-58DE-4771-B96F-B067FDCEB4BF}" destId="{67B523E2-7550-4B54-8EF4-1832FFB7010F}" srcOrd="2" destOrd="0" parTransId="{7A26202A-1FDB-49A9-B265-3D6671D6D321}" sibTransId="{4ABAE819-8FCD-4247-97F8-7114E5FB882B}"/>
    <dgm:cxn modelId="{0D558E4F-305A-4C79-ABC7-F1576AD32906}" srcId="{149E9D90-58DE-4771-B96F-B067FDCEB4BF}" destId="{20919CC1-2611-4382-B059-8151CD49DCD9}" srcOrd="0" destOrd="0" parTransId="{EF15BAE0-011A-4F3E-9C8C-63169A5A8335}" sibTransId="{ECDBCA42-7799-40B4-90F6-47F886BD9AED}"/>
    <dgm:cxn modelId="{7BF79088-2D47-48ED-BB78-D5BA21F1AC74}" type="presOf" srcId="{67B523E2-7550-4B54-8EF4-1832FFB7010F}" destId="{C0EF6AC3-614A-4250-B6C2-EE1215E89AAE}" srcOrd="0" destOrd="0" presId="urn:microsoft.com/office/officeart/2005/8/layout/matrix3"/>
    <dgm:cxn modelId="{6966608E-D72A-4D68-BAE0-4503EBC7C5D3}" type="presOf" srcId="{20919CC1-2611-4382-B059-8151CD49DCD9}" destId="{7EDB7A30-3E42-46B1-BB46-11D6CF3FA576}" srcOrd="0" destOrd="0" presId="urn:microsoft.com/office/officeart/2005/8/layout/matrix3"/>
    <dgm:cxn modelId="{9A1714AD-E349-49C2-83A3-9DB96CCD80DD}" type="presOf" srcId="{C9EA1F69-9306-4FB3-A601-945D69D2FA44}" destId="{9D26294C-38C7-4547-AA21-26303854E0D6}" srcOrd="0" destOrd="0" presId="urn:microsoft.com/office/officeart/2005/8/layout/matrix3"/>
    <dgm:cxn modelId="{860871CC-A55D-4ED5-9040-B83ADF22A6A8}" type="presOf" srcId="{149E9D90-58DE-4771-B96F-B067FDCEB4BF}" destId="{E11F2701-726F-4C00-9A89-A29FB4367C07}" srcOrd="0" destOrd="0" presId="urn:microsoft.com/office/officeart/2005/8/layout/matrix3"/>
    <dgm:cxn modelId="{5B3450F1-3668-4D33-AB22-9F1AE0501729}" type="presOf" srcId="{9BE77B99-B946-4E8F-B2CD-5A60DA3A6AAF}" destId="{7F3AC241-9D11-41D5-93A3-E8FFB429E229}" srcOrd="0" destOrd="0" presId="urn:microsoft.com/office/officeart/2005/8/layout/matrix3"/>
    <dgm:cxn modelId="{D565EAD3-F39D-4238-BBDE-E33AFA0997BD}" type="presParOf" srcId="{E11F2701-726F-4C00-9A89-A29FB4367C07}" destId="{8E1A628A-14B6-405E-9CF5-FC9572E5A64D}" srcOrd="0" destOrd="0" presId="urn:microsoft.com/office/officeart/2005/8/layout/matrix3"/>
    <dgm:cxn modelId="{FA39C3AF-B475-4DA1-A75F-86700D998A9E}" type="presParOf" srcId="{E11F2701-726F-4C00-9A89-A29FB4367C07}" destId="{7EDB7A30-3E42-46B1-BB46-11D6CF3FA576}" srcOrd="1" destOrd="0" presId="urn:microsoft.com/office/officeart/2005/8/layout/matrix3"/>
    <dgm:cxn modelId="{B1385FEF-9244-42C9-9389-4348E0F8269E}" type="presParOf" srcId="{E11F2701-726F-4C00-9A89-A29FB4367C07}" destId="{7F3AC241-9D11-41D5-93A3-E8FFB429E229}" srcOrd="2" destOrd="0" presId="urn:microsoft.com/office/officeart/2005/8/layout/matrix3"/>
    <dgm:cxn modelId="{E0CBE88A-9AE7-47F6-A82C-9941E5749E7D}" type="presParOf" srcId="{E11F2701-726F-4C00-9A89-A29FB4367C07}" destId="{C0EF6AC3-614A-4250-B6C2-EE1215E89AAE}" srcOrd="3" destOrd="0" presId="urn:microsoft.com/office/officeart/2005/8/layout/matrix3"/>
    <dgm:cxn modelId="{7C6F9745-4485-48A9-810A-CF37AE9BCE23}" type="presParOf" srcId="{E11F2701-726F-4C00-9A89-A29FB4367C07}" destId="{9D26294C-38C7-4547-AA21-26303854E0D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81FB695-FE8E-4C33-B140-25DDF8B7B5A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0822A8B-15C3-4BEA-9D62-75A1B7DB57D1}">
      <dgm:prSet/>
      <dgm:spPr/>
      <dgm:t>
        <a:bodyPr/>
        <a:lstStyle/>
        <a:p>
          <a:pPr>
            <a:defRPr cap="all"/>
          </a:pPr>
          <a:r>
            <a:rPr lang="en-US"/>
            <a:t>spaCy-based named entity recognition</a:t>
          </a:r>
        </a:p>
      </dgm:t>
    </dgm:pt>
    <dgm:pt modelId="{E1F8DDC2-C9C8-48D4-8909-4029EF25CF45}" type="parTrans" cxnId="{614CEF6F-1E7D-494A-ADAF-3E7BA0A4CD88}">
      <dgm:prSet/>
      <dgm:spPr/>
      <dgm:t>
        <a:bodyPr/>
        <a:lstStyle/>
        <a:p>
          <a:endParaRPr lang="en-US"/>
        </a:p>
      </dgm:t>
    </dgm:pt>
    <dgm:pt modelId="{D2724996-5A58-4F7B-ACD0-B217D488C6C0}" type="sibTrans" cxnId="{614CEF6F-1E7D-494A-ADAF-3E7BA0A4CD88}">
      <dgm:prSet/>
      <dgm:spPr/>
      <dgm:t>
        <a:bodyPr/>
        <a:lstStyle/>
        <a:p>
          <a:endParaRPr lang="en-US"/>
        </a:p>
      </dgm:t>
    </dgm:pt>
    <dgm:pt modelId="{48A33E40-E374-4A58-8F8B-2ABEA3DA41F5}">
      <dgm:prSet/>
      <dgm:spPr/>
      <dgm:t>
        <a:bodyPr/>
        <a:lstStyle/>
        <a:p>
          <a:pPr>
            <a:defRPr cap="all"/>
          </a:pPr>
          <a:r>
            <a:rPr lang="en-US"/>
            <a:t>NetworkX knowledge graph generation</a:t>
          </a:r>
        </a:p>
      </dgm:t>
    </dgm:pt>
    <dgm:pt modelId="{506F546B-EFCA-4872-A03E-3293DAA10B78}" type="parTrans" cxnId="{589F68C0-370F-4574-B6EE-FDDC7D58BE33}">
      <dgm:prSet/>
      <dgm:spPr/>
      <dgm:t>
        <a:bodyPr/>
        <a:lstStyle/>
        <a:p>
          <a:endParaRPr lang="en-US"/>
        </a:p>
      </dgm:t>
    </dgm:pt>
    <dgm:pt modelId="{64AB09B0-2E69-49C6-93BE-AD0993419BE8}" type="sibTrans" cxnId="{589F68C0-370F-4574-B6EE-FDDC7D58BE33}">
      <dgm:prSet/>
      <dgm:spPr/>
      <dgm:t>
        <a:bodyPr/>
        <a:lstStyle/>
        <a:p>
          <a:endParaRPr lang="en-US"/>
        </a:p>
      </dgm:t>
    </dgm:pt>
    <dgm:pt modelId="{CCD00C97-A87E-4A12-8B78-7DD63F65CF1E}">
      <dgm:prSet/>
      <dgm:spPr/>
      <dgm:t>
        <a:bodyPr/>
        <a:lstStyle/>
        <a:p>
          <a:pPr>
            <a:defRPr cap="all"/>
          </a:pPr>
          <a:r>
            <a:rPr lang="en-US"/>
            <a:t>Relationship extraction with heuristic semantic patterns</a:t>
          </a:r>
        </a:p>
      </dgm:t>
    </dgm:pt>
    <dgm:pt modelId="{8AF865BB-41E1-4B5E-96B3-50A5BC9173DE}" type="parTrans" cxnId="{95A43938-5A6A-4613-BD21-6E068A339102}">
      <dgm:prSet/>
      <dgm:spPr/>
      <dgm:t>
        <a:bodyPr/>
        <a:lstStyle/>
        <a:p>
          <a:endParaRPr lang="en-US"/>
        </a:p>
      </dgm:t>
    </dgm:pt>
    <dgm:pt modelId="{277870A4-6976-4E73-A102-50B7BE60CBC6}" type="sibTrans" cxnId="{95A43938-5A6A-4613-BD21-6E068A339102}">
      <dgm:prSet/>
      <dgm:spPr/>
      <dgm:t>
        <a:bodyPr/>
        <a:lstStyle/>
        <a:p>
          <a:endParaRPr lang="en-US"/>
        </a:p>
      </dgm:t>
    </dgm:pt>
    <dgm:pt modelId="{91BCFED7-FC37-4237-BB89-AA474E9E0BCB}">
      <dgm:prSet/>
      <dgm:spPr/>
      <dgm:t>
        <a:bodyPr/>
        <a:lstStyle/>
        <a:p>
          <a:pPr>
            <a:defRPr cap="all"/>
          </a:pPr>
          <a:r>
            <a:rPr lang="en-US"/>
            <a:t>Shortest-path analysis for entity linkage</a:t>
          </a:r>
        </a:p>
      </dgm:t>
    </dgm:pt>
    <dgm:pt modelId="{F4BEF56C-A550-4B50-A2EC-2CF37D9934DA}" type="parTrans" cxnId="{63604A41-B4F6-4293-B3CE-B3079232B503}">
      <dgm:prSet/>
      <dgm:spPr/>
      <dgm:t>
        <a:bodyPr/>
        <a:lstStyle/>
        <a:p>
          <a:endParaRPr lang="en-US"/>
        </a:p>
      </dgm:t>
    </dgm:pt>
    <dgm:pt modelId="{D7CD6034-8486-42D5-8BDB-DAC684B06366}" type="sibTrans" cxnId="{63604A41-B4F6-4293-B3CE-B3079232B503}">
      <dgm:prSet/>
      <dgm:spPr/>
      <dgm:t>
        <a:bodyPr/>
        <a:lstStyle/>
        <a:p>
          <a:endParaRPr lang="en-US"/>
        </a:p>
      </dgm:t>
    </dgm:pt>
    <dgm:pt modelId="{3D2FC276-32F5-4EEF-9895-366D462ED27F}" type="pres">
      <dgm:prSet presAssocID="{D81FB695-FE8E-4C33-B140-25DDF8B7B5A3}" presName="root" presStyleCnt="0">
        <dgm:presLayoutVars>
          <dgm:dir/>
          <dgm:resizeHandles val="exact"/>
        </dgm:presLayoutVars>
      </dgm:prSet>
      <dgm:spPr/>
    </dgm:pt>
    <dgm:pt modelId="{7C9B72C1-C197-4026-AABA-0D4D12126EE2}" type="pres">
      <dgm:prSet presAssocID="{C0822A8B-15C3-4BEA-9D62-75A1B7DB57D1}" presName="compNode" presStyleCnt="0"/>
      <dgm:spPr/>
    </dgm:pt>
    <dgm:pt modelId="{123B26BF-2F4D-4A60-AC42-973EDBDDE720}" type="pres">
      <dgm:prSet presAssocID="{C0822A8B-15C3-4BEA-9D62-75A1B7DB57D1}" presName="iconBgRect" presStyleLbl="bgShp" presStyleIdx="0" presStyleCnt="4"/>
      <dgm:spPr/>
    </dgm:pt>
    <dgm:pt modelId="{1849DA65-5AA1-4CF4-A192-029935410D64}" type="pres">
      <dgm:prSet presAssocID="{C0822A8B-15C3-4BEA-9D62-75A1B7DB57D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D06AFAC1-09FC-49FD-B8DA-C5FB30816C7F}" type="pres">
      <dgm:prSet presAssocID="{C0822A8B-15C3-4BEA-9D62-75A1B7DB57D1}" presName="spaceRect" presStyleCnt="0"/>
      <dgm:spPr/>
    </dgm:pt>
    <dgm:pt modelId="{FD347133-7193-49AC-9AE2-3DC26A9E632C}" type="pres">
      <dgm:prSet presAssocID="{C0822A8B-15C3-4BEA-9D62-75A1B7DB57D1}" presName="textRect" presStyleLbl="revTx" presStyleIdx="0" presStyleCnt="4">
        <dgm:presLayoutVars>
          <dgm:chMax val="1"/>
          <dgm:chPref val="1"/>
        </dgm:presLayoutVars>
      </dgm:prSet>
      <dgm:spPr/>
    </dgm:pt>
    <dgm:pt modelId="{E53E2D52-76E0-4696-8DA9-4055FF26E516}" type="pres">
      <dgm:prSet presAssocID="{D2724996-5A58-4F7B-ACD0-B217D488C6C0}" presName="sibTrans" presStyleCnt="0"/>
      <dgm:spPr/>
    </dgm:pt>
    <dgm:pt modelId="{47030DEB-DAED-4365-B26A-176FFFB5AE98}" type="pres">
      <dgm:prSet presAssocID="{48A33E40-E374-4A58-8F8B-2ABEA3DA41F5}" presName="compNode" presStyleCnt="0"/>
      <dgm:spPr/>
    </dgm:pt>
    <dgm:pt modelId="{3D749D57-28AC-4C5D-9333-1AB9E1EDBDDF}" type="pres">
      <dgm:prSet presAssocID="{48A33E40-E374-4A58-8F8B-2ABEA3DA41F5}" presName="iconBgRect" presStyleLbl="bgShp" presStyleIdx="1" presStyleCnt="4"/>
      <dgm:spPr/>
    </dgm:pt>
    <dgm:pt modelId="{EE056897-07B6-440E-AAF0-454CBA4F5E46}" type="pres">
      <dgm:prSet presAssocID="{48A33E40-E374-4A58-8F8B-2ABEA3DA41F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5022BF5-E554-46E6-8902-2EBDFF33F941}" type="pres">
      <dgm:prSet presAssocID="{48A33E40-E374-4A58-8F8B-2ABEA3DA41F5}" presName="spaceRect" presStyleCnt="0"/>
      <dgm:spPr/>
    </dgm:pt>
    <dgm:pt modelId="{FBD63AA5-BA78-4710-A7CD-8A7626EA7B18}" type="pres">
      <dgm:prSet presAssocID="{48A33E40-E374-4A58-8F8B-2ABEA3DA41F5}" presName="textRect" presStyleLbl="revTx" presStyleIdx="1" presStyleCnt="4">
        <dgm:presLayoutVars>
          <dgm:chMax val="1"/>
          <dgm:chPref val="1"/>
        </dgm:presLayoutVars>
      </dgm:prSet>
      <dgm:spPr/>
    </dgm:pt>
    <dgm:pt modelId="{E0EB58D0-6285-42F9-9A50-DB86389AD033}" type="pres">
      <dgm:prSet presAssocID="{64AB09B0-2E69-49C6-93BE-AD0993419BE8}" presName="sibTrans" presStyleCnt="0"/>
      <dgm:spPr/>
    </dgm:pt>
    <dgm:pt modelId="{9FCC36CC-19FF-42E0-BAF3-CE4910FFE3F2}" type="pres">
      <dgm:prSet presAssocID="{CCD00C97-A87E-4A12-8B78-7DD63F65CF1E}" presName="compNode" presStyleCnt="0"/>
      <dgm:spPr/>
    </dgm:pt>
    <dgm:pt modelId="{1999E031-947F-412B-BD94-48AD392F3D7E}" type="pres">
      <dgm:prSet presAssocID="{CCD00C97-A87E-4A12-8B78-7DD63F65CF1E}" presName="iconBgRect" presStyleLbl="bgShp" presStyleIdx="2" presStyleCnt="4"/>
      <dgm:spPr/>
    </dgm:pt>
    <dgm:pt modelId="{EE85A90E-5C48-4CEF-8BC3-239EA9B265B5}" type="pres">
      <dgm:prSet presAssocID="{CCD00C97-A87E-4A12-8B78-7DD63F65CF1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814942C-8C47-429C-AF7C-8125F4C50BED}" type="pres">
      <dgm:prSet presAssocID="{CCD00C97-A87E-4A12-8B78-7DD63F65CF1E}" presName="spaceRect" presStyleCnt="0"/>
      <dgm:spPr/>
    </dgm:pt>
    <dgm:pt modelId="{B354188D-D851-4178-BA51-04007D123AF5}" type="pres">
      <dgm:prSet presAssocID="{CCD00C97-A87E-4A12-8B78-7DD63F65CF1E}" presName="textRect" presStyleLbl="revTx" presStyleIdx="2" presStyleCnt="4">
        <dgm:presLayoutVars>
          <dgm:chMax val="1"/>
          <dgm:chPref val="1"/>
        </dgm:presLayoutVars>
      </dgm:prSet>
      <dgm:spPr/>
    </dgm:pt>
    <dgm:pt modelId="{D9C141AF-EB7E-400B-8F9D-2E62C1C044C9}" type="pres">
      <dgm:prSet presAssocID="{277870A4-6976-4E73-A102-50B7BE60CBC6}" presName="sibTrans" presStyleCnt="0"/>
      <dgm:spPr/>
    </dgm:pt>
    <dgm:pt modelId="{EC528895-305F-4378-9FF5-0FC62A782520}" type="pres">
      <dgm:prSet presAssocID="{91BCFED7-FC37-4237-BB89-AA474E9E0BCB}" presName="compNode" presStyleCnt="0"/>
      <dgm:spPr/>
    </dgm:pt>
    <dgm:pt modelId="{FBA10247-86F2-462F-A941-CB6CC3111F35}" type="pres">
      <dgm:prSet presAssocID="{91BCFED7-FC37-4237-BB89-AA474E9E0BCB}" presName="iconBgRect" presStyleLbl="bgShp" presStyleIdx="3" presStyleCnt="4"/>
      <dgm:spPr/>
    </dgm:pt>
    <dgm:pt modelId="{3A290D2B-201F-4259-8E9B-8C5B6446BE85}" type="pres">
      <dgm:prSet presAssocID="{91BCFED7-FC37-4237-BB89-AA474E9E0BC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6D7D9115-E3A7-479E-81C5-CDCCE4BA6936}" type="pres">
      <dgm:prSet presAssocID="{91BCFED7-FC37-4237-BB89-AA474E9E0BCB}" presName="spaceRect" presStyleCnt="0"/>
      <dgm:spPr/>
    </dgm:pt>
    <dgm:pt modelId="{0B6A5A4C-639D-4F6C-8D94-EA560D3A3AE4}" type="pres">
      <dgm:prSet presAssocID="{91BCFED7-FC37-4237-BB89-AA474E9E0BC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588FB09-CB48-4EED-9E74-AB6EC2F270C1}" type="presOf" srcId="{91BCFED7-FC37-4237-BB89-AA474E9E0BCB}" destId="{0B6A5A4C-639D-4F6C-8D94-EA560D3A3AE4}" srcOrd="0" destOrd="0" presId="urn:microsoft.com/office/officeart/2018/5/layout/IconCircleLabelList"/>
    <dgm:cxn modelId="{95A43938-5A6A-4613-BD21-6E068A339102}" srcId="{D81FB695-FE8E-4C33-B140-25DDF8B7B5A3}" destId="{CCD00C97-A87E-4A12-8B78-7DD63F65CF1E}" srcOrd="2" destOrd="0" parTransId="{8AF865BB-41E1-4B5E-96B3-50A5BC9173DE}" sibTransId="{277870A4-6976-4E73-A102-50B7BE60CBC6}"/>
    <dgm:cxn modelId="{63604A41-B4F6-4293-B3CE-B3079232B503}" srcId="{D81FB695-FE8E-4C33-B140-25DDF8B7B5A3}" destId="{91BCFED7-FC37-4237-BB89-AA474E9E0BCB}" srcOrd="3" destOrd="0" parTransId="{F4BEF56C-A550-4B50-A2EC-2CF37D9934DA}" sibTransId="{D7CD6034-8486-42D5-8BDB-DAC684B06366}"/>
    <dgm:cxn modelId="{614CEF6F-1E7D-494A-ADAF-3E7BA0A4CD88}" srcId="{D81FB695-FE8E-4C33-B140-25DDF8B7B5A3}" destId="{C0822A8B-15C3-4BEA-9D62-75A1B7DB57D1}" srcOrd="0" destOrd="0" parTransId="{E1F8DDC2-C9C8-48D4-8909-4029EF25CF45}" sibTransId="{D2724996-5A58-4F7B-ACD0-B217D488C6C0}"/>
    <dgm:cxn modelId="{9D0C0C73-8ABE-4C0D-BC74-CF32713BF8CB}" type="presOf" srcId="{CCD00C97-A87E-4A12-8B78-7DD63F65CF1E}" destId="{B354188D-D851-4178-BA51-04007D123AF5}" srcOrd="0" destOrd="0" presId="urn:microsoft.com/office/officeart/2018/5/layout/IconCircleLabelList"/>
    <dgm:cxn modelId="{E83D1CA1-DE98-4DA9-8686-ACF956CB985F}" type="presOf" srcId="{D81FB695-FE8E-4C33-B140-25DDF8B7B5A3}" destId="{3D2FC276-32F5-4EEF-9895-366D462ED27F}" srcOrd="0" destOrd="0" presId="urn:microsoft.com/office/officeart/2018/5/layout/IconCircleLabelList"/>
    <dgm:cxn modelId="{8282B8AC-4ACB-4644-960C-4AA1623D8591}" type="presOf" srcId="{C0822A8B-15C3-4BEA-9D62-75A1B7DB57D1}" destId="{FD347133-7193-49AC-9AE2-3DC26A9E632C}" srcOrd="0" destOrd="0" presId="urn:microsoft.com/office/officeart/2018/5/layout/IconCircleLabelList"/>
    <dgm:cxn modelId="{589F68C0-370F-4574-B6EE-FDDC7D58BE33}" srcId="{D81FB695-FE8E-4C33-B140-25DDF8B7B5A3}" destId="{48A33E40-E374-4A58-8F8B-2ABEA3DA41F5}" srcOrd="1" destOrd="0" parTransId="{506F546B-EFCA-4872-A03E-3293DAA10B78}" sibTransId="{64AB09B0-2E69-49C6-93BE-AD0993419BE8}"/>
    <dgm:cxn modelId="{8BD46BDA-A780-4F99-B144-302627EE1E32}" type="presOf" srcId="{48A33E40-E374-4A58-8F8B-2ABEA3DA41F5}" destId="{FBD63AA5-BA78-4710-A7CD-8A7626EA7B18}" srcOrd="0" destOrd="0" presId="urn:microsoft.com/office/officeart/2018/5/layout/IconCircleLabelList"/>
    <dgm:cxn modelId="{593F215E-7E32-4A28-9C48-5B4D10D2A0B4}" type="presParOf" srcId="{3D2FC276-32F5-4EEF-9895-366D462ED27F}" destId="{7C9B72C1-C197-4026-AABA-0D4D12126EE2}" srcOrd="0" destOrd="0" presId="urn:microsoft.com/office/officeart/2018/5/layout/IconCircleLabelList"/>
    <dgm:cxn modelId="{55BE36B1-C3FF-45DD-B0B2-54CDF692E12F}" type="presParOf" srcId="{7C9B72C1-C197-4026-AABA-0D4D12126EE2}" destId="{123B26BF-2F4D-4A60-AC42-973EDBDDE720}" srcOrd="0" destOrd="0" presId="urn:microsoft.com/office/officeart/2018/5/layout/IconCircleLabelList"/>
    <dgm:cxn modelId="{C29CE6DA-ACA8-41A5-98AE-8A4FA1E4A2B2}" type="presParOf" srcId="{7C9B72C1-C197-4026-AABA-0D4D12126EE2}" destId="{1849DA65-5AA1-4CF4-A192-029935410D64}" srcOrd="1" destOrd="0" presId="urn:microsoft.com/office/officeart/2018/5/layout/IconCircleLabelList"/>
    <dgm:cxn modelId="{BC320505-85B5-4A38-BD7A-8296E18CF518}" type="presParOf" srcId="{7C9B72C1-C197-4026-AABA-0D4D12126EE2}" destId="{D06AFAC1-09FC-49FD-B8DA-C5FB30816C7F}" srcOrd="2" destOrd="0" presId="urn:microsoft.com/office/officeart/2018/5/layout/IconCircleLabelList"/>
    <dgm:cxn modelId="{70B368C7-98D8-4BF4-B3D2-59A567429F43}" type="presParOf" srcId="{7C9B72C1-C197-4026-AABA-0D4D12126EE2}" destId="{FD347133-7193-49AC-9AE2-3DC26A9E632C}" srcOrd="3" destOrd="0" presId="urn:microsoft.com/office/officeart/2018/5/layout/IconCircleLabelList"/>
    <dgm:cxn modelId="{1408BE52-6D97-4DBF-B615-BFDB7CE98BCA}" type="presParOf" srcId="{3D2FC276-32F5-4EEF-9895-366D462ED27F}" destId="{E53E2D52-76E0-4696-8DA9-4055FF26E516}" srcOrd="1" destOrd="0" presId="urn:microsoft.com/office/officeart/2018/5/layout/IconCircleLabelList"/>
    <dgm:cxn modelId="{1E2FEFDD-002D-4A06-B0E2-121834CE31E4}" type="presParOf" srcId="{3D2FC276-32F5-4EEF-9895-366D462ED27F}" destId="{47030DEB-DAED-4365-B26A-176FFFB5AE98}" srcOrd="2" destOrd="0" presId="urn:microsoft.com/office/officeart/2018/5/layout/IconCircleLabelList"/>
    <dgm:cxn modelId="{9B386018-7B8A-4EB1-A56E-19B805AE93AD}" type="presParOf" srcId="{47030DEB-DAED-4365-B26A-176FFFB5AE98}" destId="{3D749D57-28AC-4C5D-9333-1AB9E1EDBDDF}" srcOrd="0" destOrd="0" presId="urn:microsoft.com/office/officeart/2018/5/layout/IconCircleLabelList"/>
    <dgm:cxn modelId="{D7B8623A-0109-40B1-A042-334F0967E135}" type="presParOf" srcId="{47030DEB-DAED-4365-B26A-176FFFB5AE98}" destId="{EE056897-07B6-440E-AAF0-454CBA4F5E46}" srcOrd="1" destOrd="0" presId="urn:microsoft.com/office/officeart/2018/5/layout/IconCircleLabelList"/>
    <dgm:cxn modelId="{1FB2D934-FD58-4F79-A84E-53841C439924}" type="presParOf" srcId="{47030DEB-DAED-4365-B26A-176FFFB5AE98}" destId="{75022BF5-E554-46E6-8902-2EBDFF33F941}" srcOrd="2" destOrd="0" presId="urn:microsoft.com/office/officeart/2018/5/layout/IconCircleLabelList"/>
    <dgm:cxn modelId="{A5B7DF00-17D0-49EB-9F82-6024A8EE7549}" type="presParOf" srcId="{47030DEB-DAED-4365-B26A-176FFFB5AE98}" destId="{FBD63AA5-BA78-4710-A7CD-8A7626EA7B18}" srcOrd="3" destOrd="0" presId="urn:microsoft.com/office/officeart/2018/5/layout/IconCircleLabelList"/>
    <dgm:cxn modelId="{4FB0E693-993A-4BA3-A6C0-F8E216C3CE8B}" type="presParOf" srcId="{3D2FC276-32F5-4EEF-9895-366D462ED27F}" destId="{E0EB58D0-6285-42F9-9A50-DB86389AD033}" srcOrd="3" destOrd="0" presId="urn:microsoft.com/office/officeart/2018/5/layout/IconCircleLabelList"/>
    <dgm:cxn modelId="{E8901FAB-182B-4660-91CF-3FA8F11CE042}" type="presParOf" srcId="{3D2FC276-32F5-4EEF-9895-366D462ED27F}" destId="{9FCC36CC-19FF-42E0-BAF3-CE4910FFE3F2}" srcOrd="4" destOrd="0" presId="urn:microsoft.com/office/officeart/2018/5/layout/IconCircleLabelList"/>
    <dgm:cxn modelId="{A2EA36DD-7FEF-4AD1-8DED-96FD4B868DDE}" type="presParOf" srcId="{9FCC36CC-19FF-42E0-BAF3-CE4910FFE3F2}" destId="{1999E031-947F-412B-BD94-48AD392F3D7E}" srcOrd="0" destOrd="0" presId="urn:microsoft.com/office/officeart/2018/5/layout/IconCircleLabelList"/>
    <dgm:cxn modelId="{71247477-1741-4A17-95A4-E7E2FE811C05}" type="presParOf" srcId="{9FCC36CC-19FF-42E0-BAF3-CE4910FFE3F2}" destId="{EE85A90E-5C48-4CEF-8BC3-239EA9B265B5}" srcOrd="1" destOrd="0" presId="urn:microsoft.com/office/officeart/2018/5/layout/IconCircleLabelList"/>
    <dgm:cxn modelId="{DC83EF62-951A-4513-A7B2-63EB78931525}" type="presParOf" srcId="{9FCC36CC-19FF-42E0-BAF3-CE4910FFE3F2}" destId="{4814942C-8C47-429C-AF7C-8125F4C50BED}" srcOrd="2" destOrd="0" presId="urn:microsoft.com/office/officeart/2018/5/layout/IconCircleLabelList"/>
    <dgm:cxn modelId="{6D177998-EA4B-4CED-9A9F-58B50079E16C}" type="presParOf" srcId="{9FCC36CC-19FF-42E0-BAF3-CE4910FFE3F2}" destId="{B354188D-D851-4178-BA51-04007D123AF5}" srcOrd="3" destOrd="0" presId="urn:microsoft.com/office/officeart/2018/5/layout/IconCircleLabelList"/>
    <dgm:cxn modelId="{5473CFF1-5612-41A7-9B75-FDD361F515FF}" type="presParOf" srcId="{3D2FC276-32F5-4EEF-9895-366D462ED27F}" destId="{D9C141AF-EB7E-400B-8F9D-2E62C1C044C9}" srcOrd="5" destOrd="0" presId="urn:microsoft.com/office/officeart/2018/5/layout/IconCircleLabelList"/>
    <dgm:cxn modelId="{6775A13C-9D06-4428-ADC3-6F876FEA26EE}" type="presParOf" srcId="{3D2FC276-32F5-4EEF-9895-366D462ED27F}" destId="{EC528895-305F-4378-9FF5-0FC62A782520}" srcOrd="6" destOrd="0" presId="urn:microsoft.com/office/officeart/2018/5/layout/IconCircleLabelList"/>
    <dgm:cxn modelId="{64C81D1F-D255-4EFE-8A6A-C8A8EC54C598}" type="presParOf" srcId="{EC528895-305F-4378-9FF5-0FC62A782520}" destId="{FBA10247-86F2-462F-A941-CB6CC3111F35}" srcOrd="0" destOrd="0" presId="urn:microsoft.com/office/officeart/2018/5/layout/IconCircleLabelList"/>
    <dgm:cxn modelId="{B8676E4E-0CDD-412A-9BFF-B82F4975A83C}" type="presParOf" srcId="{EC528895-305F-4378-9FF5-0FC62A782520}" destId="{3A290D2B-201F-4259-8E9B-8C5B6446BE85}" srcOrd="1" destOrd="0" presId="urn:microsoft.com/office/officeart/2018/5/layout/IconCircleLabelList"/>
    <dgm:cxn modelId="{E8A17C44-1E23-4906-AE3D-2698D5013028}" type="presParOf" srcId="{EC528895-305F-4378-9FF5-0FC62A782520}" destId="{6D7D9115-E3A7-479E-81C5-CDCCE4BA6936}" srcOrd="2" destOrd="0" presId="urn:microsoft.com/office/officeart/2018/5/layout/IconCircleLabelList"/>
    <dgm:cxn modelId="{AB559E9D-B14A-4B09-A382-233BA603BED3}" type="presParOf" srcId="{EC528895-305F-4378-9FF5-0FC62A782520}" destId="{0B6A5A4C-639D-4F6C-8D94-EA560D3A3AE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DF25B1F-9F0F-4FE4-B675-3AF91E6C0761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6F1D09B-99F2-4909-81BD-3B97A59CE81D}">
      <dgm:prSet/>
      <dgm:spPr/>
      <dgm:t>
        <a:bodyPr/>
        <a:lstStyle/>
        <a:p>
          <a:r>
            <a:rPr lang="en-US"/>
            <a:t>Intent classification for search, summarize, analyze, compare</a:t>
          </a:r>
        </a:p>
      </dgm:t>
    </dgm:pt>
    <dgm:pt modelId="{2A79B531-98F6-4767-8101-3FEDAAE14D54}" type="parTrans" cxnId="{EBD49268-0387-448D-AA33-AF6AB4271A4F}">
      <dgm:prSet/>
      <dgm:spPr/>
      <dgm:t>
        <a:bodyPr/>
        <a:lstStyle/>
        <a:p>
          <a:endParaRPr lang="en-US"/>
        </a:p>
      </dgm:t>
    </dgm:pt>
    <dgm:pt modelId="{43414A07-C596-470B-BECA-D43C5F140CB5}" type="sibTrans" cxnId="{EBD49268-0387-448D-AA33-AF6AB4271A4F}">
      <dgm:prSet/>
      <dgm:spPr/>
      <dgm:t>
        <a:bodyPr/>
        <a:lstStyle/>
        <a:p>
          <a:endParaRPr lang="en-US"/>
        </a:p>
      </dgm:t>
    </dgm:pt>
    <dgm:pt modelId="{2A8E9534-AC78-466F-BE16-52F084292BF3}">
      <dgm:prSet/>
      <dgm:spPr/>
      <dgm:t>
        <a:bodyPr/>
        <a:lstStyle/>
        <a:p>
          <a:r>
            <a:rPr lang="en-US"/>
            <a:t>Entity extraction from natural language queries</a:t>
          </a:r>
        </a:p>
      </dgm:t>
    </dgm:pt>
    <dgm:pt modelId="{9B4CAA1B-EF88-4887-9D80-3ABC5168272F}" type="parTrans" cxnId="{7C4B3D2F-2FAC-45E0-9E6A-237756D700BC}">
      <dgm:prSet/>
      <dgm:spPr/>
      <dgm:t>
        <a:bodyPr/>
        <a:lstStyle/>
        <a:p>
          <a:endParaRPr lang="en-US"/>
        </a:p>
      </dgm:t>
    </dgm:pt>
    <dgm:pt modelId="{6CF62FFB-C01B-485E-BC22-497713298086}" type="sibTrans" cxnId="{7C4B3D2F-2FAC-45E0-9E6A-237756D700BC}">
      <dgm:prSet/>
      <dgm:spPr/>
      <dgm:t>
        <a:bodyPr/>
        <a:lstStyle/>
        <a:p>
          <a:endParaRPr lang="en-US"/>
        </a:p>
      </dgm:t>
    </dgm:pt>
    <dgm:pt modelId="{9FC91E1D-0E35-476C-AA89-4F88B42792DA}">
      <dgm:prSet/>
      <dgm:spPr/>
      <dgm:t>
        <a:bodyPr/>
        <a:lstStyle/>
        <a:p>
          <a:r>
            <a:rPr lang="en-US"/>
            <a:t>Context-aware follow-up processing</a:t>
          </a:r>
        </a:p>
      </dgm:t>
    </dgm:pt>
    <dgm:pt modelId="{7DE49FF1-07BC-4D1D-B1C9-2207CBC42F4D}" type="parTrans" cxnId="{962AA678-0606-4A04-9A0C-6633A10A02B3}">
      <dgm:prSet/>
      <dgm:spPr/>
      <dgm:t>
        <a:bodyPr/>
        <a:lstStyle/>
        <a:p>
          <a:endParaRPr lang="en-US"/>
        </a:p>
      </dgm:t>
    </dgm:pt>
    <dgm:pt modelId="{A14BABD7-C660-4DA9-ADAC-DB1A1FCC6CF1}" type="sibTrans" cxnId="{962AA678-0606-4A04-9A0C-6633A10A02B3}">
      <dgm:prSet/>
      <dgm:spPr/>
      <dgm:t>
        <a:bodyPr/>
        <a:lstStyle/>
        <a:p>
          <a:endParaRPr lang="en-US"/>
        </a:p>
      </dgm:t>
    </dgm:pt>
    <dgm:pt modelId="{ED99EABD-726F-4818-8C44-7C1FBAF355EB}">
      <dgm:prSet/>
      <dgm:spPr/>
      <dgm:t>
        <a:bodyPr/>
        <a:lstStyle/>
        <a:p>
          <a:r>
            <a:rPr lang="en-US"/>
            <a:t>Template-based response generation</a:t>
          </a:r>
        </a:p>
      </dgm:t>
    </dgm:pt>
    <dgm:pt modelId="{B5E65969-AC3E-4213-BC28-57574EB570DD}" type="parTrans" cxnId="{E2983115-1F24-4C1B-98C4-D9B2ABADA8B9}">
      <dgm:prSet/>
      <dgm:spPr/>
      <dgm:t>
        <a:bodyPr/>
        <a:lstStyle/>
        <a:p>
          <a:endParaRPr lang="en-US"/>
        </a:p>
      </dgm:t>
    </dgm:pt>
    <dgm:pt modelId="{961A6F14-CF1D-4FC5-B96D-7792E5C3CFA5}" type="sibTrans" cxnId="{E2983115-1F24-4C1B-98C4-D9B2ABADA8B9}">
      <dgm:prSet/>
      <dgm:spPr/>
      <dgm:t>
        <a:bodyPr/>
        <a:lstStyle/>
        <a:p>
          <a:endParaRPr lang="en-US"/>
        </a:p>
      </dgm:t>
    </dgm:pt>
    <dgm:pt modelId="{4D20FF42-6DD2-4363-BBB9-EC07F39B63C6}" type="pres">
      <dgm:prSet presAssocID="{0DF25B1F-9F0F-4FE4-B675-3AF91E6C0761}" presName="vert0" presStyleCnt="0">
        <dgm:presLayoutVars>
          <dgm:dir/>
          <dgm:animOne val="branch"/>
          <dgm:animLvl val="lvl"/>
        </dgm:presLayoutVars>
      </dgm:prSet>
      <dgm:spPr/>
    </dgm:pt>
    <dgm:pt modelId="{9993E61A-C483-45FF-AE67-9279F69BB794}" type="pres">
      <dgm:prSet presAssocID="{A6F1D09B-99F2-4909-81BD-3B97A59CE81D}" presName="thickLine" presStyleLbl="alignNode1" presStyleIdx="0" presStyleCnt="4"/>
      <dgm:spPr/>
    </dgm:pt>
    <dgm:pt modelId="{6AAF6933-59A6-4993-9D4B-E704F3F7DBF2}" type="pres">
      <dgm:prSet presAssocID="{A6F1D09B-99F2-4909-81BD-3B97A59CE81D}" presName="horz1" presStyleCnt="0"/>
      <dgm:spPr/>
    </dgm:pt>
    <dgm:pt modelId="{F36717D6-6EAC-4745-86D9-1F04C0997B05}" type="pres">
      <dgm:prSet presAssocID="{A6F1D09B-99F2-4909-81BD-3B97A59CE81D}" presName="tx1" presStyleLbl="revTx" presStyleIdx="0" presStyleCnt="4"/>
      <dgm:spPr/>
    </dgm:pt>
    <dgm:pt modelId="{85E438E4-3615-4D68-BFB2-96690DD224EE}" type="pres">
      <dgm:prSet presAssocID="{A6F1D09B-99F2-4909-81BD-3B97A59CE81D}" presName="vert1" presStyleCnt="0"/>
      <dgm:spPr/>
    </dgm:pt>
    <dgm:pt modelId="{53C4A66C-6839-4D41-A86E-22D75239E81F}" type="pres">
      <dgm:prSet presAssocID="{2A8E9534-AC78-466F-BE16-52F084292BF3}" presName="thickLine" presStyleLbl="alignNode1" presStyleIdx="1" presStyleCnt="4"/>
      <dgm:spPr/>
    </dgm:pt>
    <dgm:pt modelId="{F8E202F7-FAC2-4254-92D4-3DA59FFEC59B}" type="pres">
      <dgm:prSet presAssocID="{2A8E9534-AC78-466F-BE16-52F084292BF3}" presName="horz1" presStyleCnt="0"/>
      <dgm:spPr/>
    </dgm:pt>
    <dgm:pt modelId="{BF71E03C-7A0D-43E8-ABE1-E1B7C932579B}" type="pres">
      <dgm:prSet presAssocID="{2A8E9534-AC78-466F-BE16-52F084292BF3}" presName="tx1" presStyleLbl="revTx" presStyleIdx="1" presStyleCnt="4"/>
      <dgm:spPr/>
    </dgm:pt>
    <dgm:pt modelId="{637D66A4-0A96-42C7-8884-7782253C8F88}" type="pres">
      <dgm:prSet presAssocID="{2A8E9534-AC78-466F-BE16-52F084292BF3}" presName="vert1" presStyleCnt="0"/>
      <dgm:spPr/>
    </dgm:pt>
    <dgm:pt modelId="{CDE97623-DC82-4EE5-B3FB-C7CAA0112021}" type="pres">
      <dgm:prSet presAssocID="{9FC91E1D-0E35-476C-AA89-4F88B42792DA}" presName="thickLine" presStyleLbl="alignNode1" presStyleIdx="2" presStyleCnt="4"/>
      <dgm:spPr/>
    </dgm:pt>
    <dgm:pt modelId="{B7F0CD50-7036-4C7F-BD05-233F2E069134}" type="pres">
      <dgm:prSet presAssocID="{9FC91E1D-0E35-476C-AA89-4F88B42792DA}" presName="horz1" presStyleCnt="0"/>
      <dgm:spPr/>
    </dgm:pt>
    <dgm:pt modelId="{F4768EF9-8F6F-42B1-9B78-E6D57012CE76}" type="pres">
      <dgm:prSet presAssocID="{9FC91E1D-0E35-476C-AA89-4F88B42792DA}" presName="tx1" presStyleLbl="revTx" presStyleIdx="2" presStyleCnt="4"/>
      <dgm:spPr/>
    </dgm:pt>
    <dgm:pt modelId="{47169ADF-0A7E-41F9-98D7-7F08BCB4CFE5}" type="pres">
      <dgm:prSet presAssocID="{9FC91E1D-0E35-476C-AA89-4F88B42792DA}" presName="vert1" presStyleCnt="0"/>
      <dgm:spPr/>
    </dgm:pt>
    <dgm:pt modelId="{CBA5F434-B269-45A6-B0BB-E72345C7F4AE}" type="pres">
      <dgm:prSet presAssocID="{ED99EABD-726F-4818-8C44-7C1FBAF355EB}" presName="thickLine" presStyleLbl="alignNode1" presStyleIdx="3" presStyleCnt="4"/>
      <dgm:spPr/>
    </dgm:pt>
    <dgm:pt modelId="{47B74C42-AF59-496F-92B5-18AD5F6FF66C}" type="pres">
      <dgm:prSet presAssocID="{ED99EABD-726F-4818-8C44-7C1FBAF355EB}" presName="horz1" presStyleCnt="0"/>
      <dgm:spPr/>
    </dgm:pt>
    <dgm:pt modelId="{CC16CE3E-2FBF-44B3-B370-FB86D0BD2F95}" type="pres">
      <dgm:prSet presAssocID="{ED99EABD-726F-4818-8C44-7C1FBAF355EB}" presName="tx1" presStyleLbl="revTx" presStyleIdx="3" presStyleCnt="4"/>
      <dgm:spPr/>
    </dgm:pt>
    <dgm:pt modelId="{F17EF56E-699C-49D4-B726-B387202C47D4}" type="pres">
      <dgm:prSet presAssocID="{ED99EABD-726F-4818-8C44-7C1FBAF355EB}" presName="vert1" presStyleCnt="0"/>
      <dgm:spPr/>
    </dgm:pt>
  </dgm:ptLst>
  <dgm:cxnLst>
    <dgm:cxn modelId="{B6A5E60E-50CC-4DD4-BCF1-0E243FE1A400}" type="presOf" srcId="{ED99EABD-726F-4818-8C44-7C1FBAF355EB}" destId="{CC16CE3E-2FBF-44B3-B370-FB86D0BD2F95}" srcOrd="0" destOrd="0" presId="urn:microsoft.com/office/officeart/2008/layout/LinedList"/>
    <dgm:cxn modelId="{E2983115-1F24-4C1B-98C4-D9B2ABADA8B9}" srcId="{0DF25B1F-9F0F-4FE4-B675-3AF91E6C0761}" destId="{ED99EABD-726F-4818-8C44-7C1FBAF355EB}" srcOrd="3" destOrd="0" parTransId="{B5E65969-AC3E-4213-BC28-57574EB570DD}" sibTransId="{961A6F14-CF1D-4FC5-B96D-7792E5C3CFA5}"/>
    <dgm:cxn modelId="{7C4B3D2F-2FAC-45E0-9E6A-237756D700BC}" srcId="{0DF25B1F-9F0F-4FE4-B675-3AF91E6C0761}" destId="{2A8E9534-AC78-466F-BE16-52F084292BF3}" srcOrd="1" destOrd="0" parTransId="{9B4CAA1B-EF88-4887-9D80-3ABC5168272F}" sibTransId="{6CF62FFB-C01B-485E-BC22-497713298086}"/>
    <dgm:cxn modelId="{EBD49268-0387-448D-AA33-AF6AB4271A4F}" srcId="{0DF25B1F-9F0F-4FE4-B675-3AF91E6C0761}" destId="{A6F1D09B-99F2-4909-81BD-3B97A59CE81D}" srcOrd="0" destOrd="0" parTransId="{2A79B531-98F6-4767-8101-3FEDAAE14D54}" sibTransId="{43414A07-C596-470B-BECA-D43C5F140CB5}"/>
    <dgm:cxn modelId="{962AA678-0606-4A04-9A0C-6633A10A02B3}" srcId="{0DF25B1F-9F0F-4FE4-B675-3AF91E6C0761}" destId="{9FC91E1D-0E35-476C-AA89-4F88B42792DA}" srcOrd="2" destOrd="0" parTransId="{7DE49FF1-07BC-4D1D-B1C9-2207CBC42F4D}" sibTransId="{A14BABD7-C660-4DA9-ADAC-DB1A1FCC6CF1}"/>
    <dgm:cxn modelId="{D6885BB3-CC6D-46B9-BC29-934BE8AD305D}" type="presOf" srcId="{A6F1D09B-99F2-4909-81BD-3B97A59CE81D}" destId="{F36717D6-6EAC-4745-86D9-1F04C0997B05}" srcOrd="0" destOrd="0" presId="urn:microsoft.com/office/officeart/2008/layout/LinedList"/>
    <dgm:cxn modelId="{BBC5D6B4-94E5-4246-9BAA-CA1A428FB71B}" type="presOf" srcId="{2A8E9534-AC78-466F-BE16-52F084292BF3}" destId="{BF71E03C-7A0D-43E8-ABE1-E1B7C932579B}" srcOrd="0" destOrd="0" presId="urn:microsoft.com/office/officeart/2008/layout/LinedList"/>
    <dgm:cxn modelId="{0E86C3B9-3B88-4377-AB24-0338D1AF53DF}" type="presOf" srcId="{9FC91E1D-0E35-476C-AA89-4F88B42792DA}" destId="{F4768EF9-8F6F-42B1-9B78-E6D57012CE76}" srcOrd="0" destOrd="0" presId="urn:microsoft.com/office/officeart/2008/layout/LinedList"/>
    <dgm:cxn modelId="{7AD1D8F3-BE8C-4004-BEE4-8B7782D63B6C}" type="presOf" srcId="{0DF25B1F-9F0F-4FE4-B675-3AF91E6C0761}" destId="{4D20FF42-6DD2-4363-BBB9-EC07F39B63C6}" srcOrd="0" destOrd="0" presId="urn:microsoft.com/office/officeart/2008/layout/LinedList"/>
    <dgm:cxn modelId="{02637BB2-0EA9-45CC-8739-78E72A76BD0C}" type="presParOf" srcId="{4D20FF42-6DD2-4363-BBB9-EC07F39B63C6}" destId="{9993E61A-C483-45FF-AE67-9279F69BB794}" srcOrd="0" destOrd="0" presId="urn:microsoft.com/office/officeart/2008/layout/LinedList"/>
    <dgm:cxn modelId="{EC91F7C3-2E35-43CC-8A53-2C20F156D62E}" type="presParOf" srcId="{4D20FF42-6DD2-4363-BBB9-EC07F39B63C6}" destId="{6AAF6933-59A6-4993-9D4B-E704F3F7DBF2}" srcOrd="1" destOrd="0" presId="urn:microsoft.com/office/officeart/2008/layout/LinedList"/>
    <dgm:cxn modelId="{F96E42B9-F852-4BEE-B3CE-FEA76F3DC133}" type="presParOf" srcId="{6AAF6933-59A6-4993-9D4B-E704F3F7DBF2}" destId="{F36717D6-6EAC-4745-86D9-1F04C0997B05}" srcOrd="0" destOrd="0" presId="urn:microsoft.com/office/officeart/2008/layout/LinedList"/>
    <dgm:cxn modelId="{1092F767-F4A5-4011-8235-688EF7A9AB72}" type="presParOf" srcId="{6AAF6933-59A6-4993-9D4B-E704F3F7DBF2}" destId="{85E438E4-3615-4D68-BFB2-96690DD224EE}" srcOrd="1" destOrd="0" presId="urn:microsoft.com/office/officeart/2008/layout/LinedList"/>
    <dgm:cxn modelId="{080B845C-19D4-4413-9E8E-2540D9BC41D6}" type="presParOf" srcId="{4D20FF42-6DD2-4363-BBB9-EC07F39B63C6}" destId="{53C4A66C-6839-4D41-A86E-22D75239E81F}" srcOrd="2" destOrd="0" presId="urn:microsoft.com/office/officeart/2008/layout/LinedList"/>
    <dgm:cxn modelId="{ABBF5CD4-92F5-4036-98F4-91765C696E27}" type="presParOf" srcId="{4D20FF42-6DD2-4363-BBB9-EC07F39B63C6}" destId="{F8E202F7-FAC2-4254-92D4-3DA59FFEC59B}" srcOrd="3" destOrd="0" presId="urn:microsoft.com/office/officeart/2008/layout/LinedList"/>
    <dgm:cxn modelId="{3CE59B4C-F5D0-451B-B4ED-FF91603CBC5D}" type="presParOf" srcId="{F8E202F7-FAC2-4254-92D4-3DA59FFEC59B}" destId="{BF71E03C-7A0D-43E8-ABE1-E1B7C932579B}" srcOrd="0" destOrd="0" presId="urn:microsoft.com/office/officeart/2008/layout/LinedList"/>
    <dgm:cxn modelId="{C77C9E3E-C123-4941-9225-13B48E8B8099}" type="presParOf" srcId="{F8E202F7-FAC2-4254-92D4-3DA59FFEC59B}" destId="{637D66A4-0A96-42C7-8884-7782253C8F88}" srcOrd="1" destOrd="0" presId="urn:microsoft.com/office/officeart/2008/layout/LinedList"/>
    <dgm:cxn modelId="{9C2D900F-3E45-4C44-AEF2-77A1E266C58D}" type="presParOf" srcId="{4D20FF42-6DD2-4363-BBB9-EC07F39B63C6}" destId="{CDE97623-DC82-4EE5-B3FB-C7CAA0112021}" srcOrd="4" destOrd="0" presId="urn:microsoft.com/office/officeart/2008/layout/LinedList"/>
    <dgm:cxn modelId="{9B9FC7BA-16D0-4AD2-ACF4-A824CC35AE7C}" type="presParOf" srcId="{4D20FF42-6DD2-4363-BBB9-EC07F39B63C6}" destId="{B7F0CD50-7036-4C7F-BD05-233F2E069134}" srcOrd="5" destOrd="0" presId="urn:microsoft.com/office/officeart/2008/layout/LinedList"/>
    <dgm:cxn modelId="{766DC48D-EEA0-426F-A2A3-C1167281583A}" type="presParOf" srcId="{B7F0CD50-7036-4C7F-BD05-233F2E069134}" destId="{F4768EF9-8F6F-42B1-9B78-E6D57012CE76}" srcOrd="0" destOrd="0" presId="urn:microsoft.com/office/officeart/2008/layout/LinedList"/>
    <dgm:cxn modelId="{1C808AC7-80AA-431C-90A5-965A30267FF2}" type="presParOf" srcId="{B7F0CD50-7036-4C7F-BD05-233F2E069134}" destId="{47169ADF-0A7E-41F9-98D7-7F08BCB4CFE5}" srcOrd="1" destOrd="0" presId="urn:microsoft.com/office/officeart/2008/layout/LinedList"/>
    <dgm:cxn modelId="{85EBC3B2-C130-4BD5-BCB4-39B43887967C}" type="presParOf" srcId="{4D20FF42-6DD2-4363-BBB9-EC07F39B63C6}" destId="{CBA5F434-B269-45A6-B0BB-E72345C7F4AE}" srcOrd="6" destOrd="0" presId="urn:microsoft.com/office/officeart/2008/layout/LinedList"/>
    <dgm:cxn modelId="{CE52260C-8171-4281-AA5B-1305BF904400}" type="presParOf" srcId="{4D20FF42-6DD2-4363-BBB9-EC07F39B63C6}" destId="{47B74C42-AF59-496F-92B5-18AD5F6FF66C}" srcOrd="7" destOrd="0" presId="urn:microsoft.com/office/officeart/2008/layout/LinedList"/>
    <dgm:cxn modelId="{06EE4F49-420D-45EC-8EE9-B001F0C0C3D4}" type="presParOf" srcId="{47B74C42-AF59-496F-92B5-18AD5F6FF66C}" destId="{CC16CE3E-2FBF-44B3-B370-FB86D0BD2F95}" srcOrd="0" destOrd="0" presId="urn:microsoft.com/office/officeart/2008/layout/LinedList"/>
    <dgm:cxn modelId="{4BC2FE2D-85AC-4881-A894-20472144557B}" type="presParOf" srcId="{47B74C42-AF59-496F-92B5-18AD5F6FF66C}" destId="{F17EF56E-699C-49D4-B726-B387202C47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3A8419-1217-4205-8248-B9B61DBA1C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8D10FA9-AB80-4BEE-9963-CA2E967E595C}">
      <dgm:prSet/>
      <dgm:spPr/>
      <dgm:t>
        <a:bodyPr/>
        <a:lstStyle/>
        <a:p>
          <a:r>
            <a:rPr lang="en-US"/>
            <a:t>Unit, integration, performance, and edge-case tests</a:t>
          </a:r>
        </a:p>
      </dgm:t>
    </dgm:pt>
    <dgm:pt modelId="{49E13708-CC72-4CC1-B891-6F9F9C2CD832}" type="parTrans" cxnId="{5DA0CF85-605A-4ADC-ADE4-A26E738BA3E8}">
      <dgm:prSet/>
      <dgm:spPr/>
      <dgm:t>
        <a:bodyPr/>
        <a:lstStyle/>
        <a:p>
          <a:endParaRPr lang="en-US"/>
        </a:p>
      </dgm:t>
    </dgm:pt>
    <dgm:pt modelId="{00D6E808-476B-4B76-B9F4-D0C276873243}" type="sibTrans" cxnId="{5DA0CF85-605A-4ADC-ADE4-A26E738BA3E8}">
      <dgm:prSet/>
      <dgm:spPr/>
      <dgm:t>
        <a:bodyPr/>
        <a:lstStyle/>
        <a:p>
          <a:endParaRPr lang="en-US"/>
        </a:p>
      </dgm:t>
    </dgm:pt>
    <dgm:pt modelId="{331B2CF0-37C9-4874-9B69-0D766591F81B}">
      <dgm:prSet/>
      <dgm:spPr/>
      <dgm:t>
        <a:bodyPr/>
        <a:lstStyle/>
        <a:p>
          <a:r>
            <a:rPr lang="en-US"/>
            <a:t>Metrics include accuracy, F1, ROUGE, task completion</a:t>
          </a:r>
        </a:p>
      </dgm:t>
    </dgm:pt>
    <dgm:pt modelId="{48293344-FF54-481A-B5D8-00782BF54BAE}" type="parTrans" cxnId="{D69D0468-1637-492C-974B-2C452E922E94}">
      <dgm:prSet/>
      <dgm:spPr/>
      <dgm:t>
        <a:bodyPr/>
        <a:lstStyle/>
        <a:p>
          <a:endParaRPr lang="en-US"/>
        </a:p>
      </dgm:t>
    </dgm:pt>
    <dgm:pt modelId="{E4B6192D-9409-44EC-8A93-6F41BB35E141}" type="sibTrans" cxnId="{D69D0468-1637-492C-974B-2C452E922E94}">
      <dgm:prSet/>
      <dgm:spPr/>
      <dgm:t>
        <a:bodyPr/>
        <a:lstStyle/>
        <a:p>
          <a:endParaRPr lang="en-US"/>
        </a:p>
      </dgm:t>
    </dgm:pt>
    <dgm:pt modelId="{9E8F4100-C16E-40C6-AE6E-4D731D68D34F}">
      <dgm:prSet/>
      <dgm:spPr/>
      <dgm:t>
        <a:bodyPr/>
        <a:lstStyle/>
        <a:p>
          <a:r>
            <a:rPr lang="en-US"/>
            <a:t>Evaluation benchmarking against baselines</a:t>
          </a:r>
        </a:p>
      </dgm:t>
    </dgm:pt>
    <dgm:pt modelId="{86F30FF8-902F-43EB-BA1A-2BA7DFE02503}" type="parTrans" cxnId="{046A0053-AD40-4094-B493-B87EAA2C3C01}">
      <dgm:prSet/>
      <dgm:spPr/>
      <dgm:t>
        <a:bodyPr/>
        <a:lstStyle/>
        <a:p>
          <a:endParaRPr lang="en-US"/>
        </a:p>
      </dgm:t>
    </dgm:pt>
    <dgm:pt modelId="{C6090CA2-4C20-4CDE-8191-88495FC65D0F}" type="sibTrans" cxnId="{046A0053-AD40-4094-B493-B87EAA2C3C01}">
      <dgm:prSet/>
      <dgm:spPr/>
      <dgm:t>
        <a:bodyPr/>
        <a:lstStyle/>
        <a:p>
          <a:endParaRPr lang="en-US"/>
        </a:p>
      </dgm:t>
    </dgm:pt>
    <dgm:pt modelId="{245D4A50-AEAB-4A35-8759-B6C47489FD7C}">
      <dgm:prSet/>
      <dgm:spPr/>
      <dgm:t>
        <a:bodyPr/>
        <a:lstStyle/>
        <a:p>
          <a:r>
            <a:rPr lang="en-US"/>
            <a:t>Comprehensive validation framework</a:t>
          </a:r>
        </a:p>
      </dgm:t>
    </dgm:pt>
    <dgm:pt modelId="{7CD28CF7-AEB4-438E-89B6-2D436359E394}" type="parTrans" cxnId="{E738C68C-A605-4449-824A-2CBB2D25573F}">
      <dgm:prSet/>
      <dgm:spPr/>
      <dgm:t>
        <a:bodyPr/>
        <a:lstStyle/>
        <a:p>
          <a:endParaRPr lang="en-US"/>
        </a:p>
      </dgm:t>
    </dgm:pt>
    <dgm:pt modelId="{6C034AB7-D9B2-4F0E-8A9D-E5180325C5C1}" type="sibTrans" cxnId="{E738C68C-A605-4449-824A-2CBB2D25573F}">
      <dgm:prSet/>
      <dgm:spPr/>
      <dgm:t>
        <a:bodyPr/>
        <a:lstStyle/>
        <a:p>
          <a:endParaRPr lang="en-US"/>
        </a:p>
      </dgm:t>
    </dgm:pt>
    <dgm:pt modelId="{8FDBAAD5-D76A-478C-80C9-7E61E54F1865}" type="pres">
      <dgm:prSet presAssocID="{733A8419-1217-4205-8248-B9B61DBA1C3E}" presName="linear" presStyleCnt="0">
        <dgm:presLayoutVars>
          <dgm:animLvl val="lvl"/>
          <dgm:resizeHandles val="exact"/>
        </dgm:presLayoutVars>
      </dgm:prSet>
      <dgm:spPr/>
    </dgm:pt>
    <dgm:pt modelId="{356C529F-9FE0-49F1-8401-878B2A887751}" type="pres">
      <dgm:prSet presAssocID="{58D10FA9-AB80-4BEE-9963-CA2E967E595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2D251FC-B0F4-47B2-AE81-5C6283943D21}" type="pres">
      <dgm:prSet presAssocID="{00D6E808-476B-4B76-B9F4-D0C276873243}" presName="spacer" presStyleCnt="0"/>
      <dgm:spPr/>
    </dgm:pt>
    <dgm:pt modelId="{911B6A0B-70A4-450E-A59B-6366AE7EDE64}" type="pres">
      <dgm:prSet presAssocID="{331B2CF0-37C9-4874-9B69-0D766591F81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13F33A-19FE-49D0-BD84-0092F394723C}" type="pres">
      <dgm:prSet presAssocID="{E4B6192D-9409-44EC-8A93-6F41BB35E141}" presName="spacer" presStyleCnt="0"/>
      <dgm:spPr/>
    </dgm:pt>
    <dgm:pt modelId="{02B39151-3C2B-474C-AE07-D150E7AC07E9}" type="pres">
      <dgm:prSet presAssocID="{9E8F4100-C16E-40C6-AE6E-4D731D68D34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C51EE9-E8C8-4E62-90A3-4C595E80F5D7}" type="pres">
      <dgm:prSet presAssocID="{C6090CA2-4C20-4CDE-8191-88495FC65D0F}" presName="spacer" presStyleCnt="0"/>
      <dgm:spPr/>
    </dgm:pt>
    <dgm:pt modelId="{C00B1EE8-DE53-447F-A255-54C8FABACBFA}" type="pres">
      <dgm:prSet presAssocID="{245D4A50-AEAB-4A35-8759-B6C47489FD7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59C2D20-43F3-4422-AED4-67F4CB87E436}" type="presOf" srcId="{245D4A50-AEAB-4A35-8759-B6C47489FD7C}" destId="{C00B1EE8-DE53-447F-A255-54C8FABACBFA}" srcOrd="0" destOrd="0" presId="urn:microsoft.com/office/officeart/2005/8/layout/vList2"/>
    <dgm:cxn modelId="{D69D0468-1637-492C-974B-2C452E922E94}" srcId="{733A8419-1217-4205-8248-B9B61DBA1C3E}" destId="{331B2CF0-37C9-4874-9B69-0D766591F81B}" srcOrd="1" destOrd="0" parTransId="{48293344-FF54-481A-B5D8-00782BF54BAE}" sibTransId="{E4B6192D-9409-44EC-8A93-6F41BB35E141}"/>
    <dgm:cxn modelId="{DFC4E04E-D0DE-4442-848C-CB7F05807163}" type="presOf" srcId="{331B2CF0-37C9-4874-9B69-0D766591F81B}" destId="{911B6A0B-70A4-450E-A59B-6366AE7EDE64}" srcOrd="0" destOrd="0" presId="urn:microsoft.com/office/officeart/2005/8/layout/vList2"/>
    <dgm:cxn modelId="{046A0053-AD40-4094-B493-B87EAA2C3C01}" srcId="{733A8419-1217-4205-8248-B9B61DBA1C3E}" destId="{9E8F4100-C16E-40C6-AE6E-4D731D68D34F}" srcOrd="2" destOrd="0" parTransId="{86F30FF8-902F-43EB-BA1A-2BA7DFE02503}" sibTransId="{C6090CA2-4C20-4CDE-8191-88495FC65D0F}"/>
    <dgm:cxn modelId="{B1211181-E71B-433A-B135-014D04FCA2B9}" type="presOf" srcId="{9E8F4100-C16E-40C6-AE6E-4D731D68D34F}" destId="{02B39151-3C2B-474C-AE07-D150E7AC07E9}" srcOrd="0" destOrd="0" presId="urn:microsoft.com/office/officeart/2005/8/layout/vList2"/>
    <dgm:cxn modelId="{5DA0CF85-605A-4ADC-ADE4-A26E738BA3E8}" srcId="{733A8419-1217-4205-8248-B9B61DBA1C3E}" destId="{58D10FA9-AB80-4BEE-9963-CA2E967E595C}" srcOrd="0" destOrd="0" parTransId="{49E13708-CC72-4CC1-B891-6F9F9C2CD832}" sibTransId="{00D6E808-476B-4B76-B9F4-D0C276873243}"/>
    <dgm:cxn modelId="{22F8CC87-3D70-4971-A4CA-981333116B9B}" type="presOf" srcId="{733A8419-1217-4205-8248-B9B61DBA1C3E}" destId="{8FDBAAD5-D76A-478C-80C9-7E61E54F1865}" srcOrd="0" destOrd="0" presId="urn:microsoft.com/office/officeart/2005/8/layout/vList2"/>
    <dgm:cxn modelId="{E738C68C-A605-4449-824A-2CBB2D25573F}" srcId="{733A8419-1217-4205-8248-B9B61DBA1C3E}" destId="{245D4A50-AEAB-4A35-8759-B6C47489FD7C}" srcOrd="3" destOrd="0" parTransId="{7CD28CF7-AEB4-438E-89B6-2D436359E394}" sibTransId="{6C034AB7-D9B2-4F0E-8A9D-E5180325C5C1}"/>
    <dgm:cxn modelId="{6A491DA8-A06B-4BDE-BE3C-53D220A88CEA}" type="presOf" srcId="{58D10FA9-AB80-4BEE-9963-CA2E967E595C}" destId="{356C529F-9FE0-49F1-8401-878B2A887751}" srcOrd="0" destOrd="0" presId="urn:microsoft.com/office/officeart/2005/8/layout/vList2"/>
    <dgm:cxn modelId="{4BBDDC24-0410-49D8-BC08-FE153AAC9741}" type="presParOf" srcId="{8FDBAAD5-D76A-478C-80C9-7E61E54F1865}" destId="{356C529F-9FE0-49F1-8401-878B2A887751}" srcOrd="0" destOrd="0" presId="urn:microsoft.com/office/officeart/2005/8/layout/vList2"/>
    <dgm:cxn modelId="{5968816F-AC9A-4B3F-97E9-179247244A23}" type="presParOf" srcId="{8FDBAAD5-D76A-478C-80C9-7E61E54F1865}" destId="{B2D251FC-B0F4-47B2-AE81-5C6283943D21}" srcOrd="1" destOrd="0" presId="urn:microsoft.com/office/officeart/2005/8/layout/vList2"/>
    <dgm:cxn modelId="{1DDDD74B-6275-4AD2-8125-F4E832EFF8AB}" type="presParOf" srcId="{8FDBAAD5-D76A-478C-80C9-7E61E54F1865}" destId="{911B6A0B-70A4-450E-A59B-6366AE7EDE64}" srcOrd="2" destOrd="0" presId="urn:microsoft.com/office/officeart/2005/8/layout/vList2"/>
    <dgm:cxn modelId="{F6A28698-7768-49BF-AE9A-83D027C90483}" type="presParOf" srcId="{8FDBAAD5-D76A-478C-80C9-7E61E54F1865}" destId="{8713F33A-19FE-49D0-BD84-0092F394723C}" srcOrd="3" destOrd="0" presId="urn:microsoft.com/office/officeart/2005/8/layout/vList2"/>
    <dgm:cxn modelId="{63744C35-16E0-4371-BA6F-7672E5FAB885}" type="presParOf" srcId="{8FDBAAD5-D76A-478C-80C9-7E61E54F1865}" destId="{02B39151-3C2B-474C-AE07-D150E7AC07E9}" srcOrd="4" destOrd="0" presId="urn:microsoft.com/office/officeart/2005/8/layout/vList2"/>
    <dgm:cxn modelId="{4208B2CA-2CAF-4F17-9C8C-4EFDFCF59554}" type="presParOf" srcId="{8FDBAAD5-D76A-478C-80C9-7E61E54F1865}" destId="{9EC51EE9-E8C8-4E62-90A3-4C595E80F5D7}" srcOrd="5" destOrd="0" presId="urn:microsoft.com/office/officeart/2005/8/layout/vList2"/>
    <dgm:cxn modelId="{B41BB750-2DCB-485F-B598-1C24E5117BF3}" type="presParOf" srcId="{8FDBAAD5-D76A-478C-80C9-7E61E54F1865}" destId="{C00B1EE8-DE53-447F-A255-54C8FABACBF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902267-13E5-4E8C-86D4-961ECA9DA422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7B572-4255-40F9-B062-4B222867BB5B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8BC01-DC02-40E6-A8C2-F8240F59DF68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Advanced NLP intelligence platform for large-scale news analysis</a:t>
          </a:r>
        </a:p>
      </dsp:txBody>
      <dsp:txXfrm>
        <a:off x="1099610" y="1878"/>
        <a:ext cx="7129989" cy="952043"/>
      </dsp:txXfrm>
    </dsp:sp>
    <dsp:sp modelId="{C6458DEA-A10F-49BA-A550-1DEAD89F64C7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36ECF-94C0-40CA-822C-C04F81821719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3DBDF-DE9B-48FC-8444-D1BF750915F2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Integrates classification, summarization, sentiment, multilingual processing</a:t>
          </a:r>
        </a:p>
      </dsp:txBody>
      <dsp:txXfrm>
        <a:off x="1099610" y="1191932"/>
        <a:ext cx="7129989" cy="952043"/>
      </dsp:txXfrm>
    </dsp:sp>
    <dsp:sp modelId="{6AAF8DF7-2767-48F3-8A9D-CCA5E9808334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7ED2DE-1141-4537-B134-E5619A3BC03D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5EB8B-B3D5-4F1F-AAD3-09F3D5B769ED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Designed as modular production-ready architecture</a:t>
          </a:r>
        </a:p>
      </dsp:txBody>
      <dsp:txXfrm>
        <a:off x="1099610" y="2381986"/>
        <a:ext cx="7129989" cy="952043"/>
      </dsp:txXfrm>
    </dsp:sp>
    <dsp:sp modelId="{AC537B63-9A42-4FBA-A77B-4DE97AB456FC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F051D-0348-41E9-851A-3EAA4D4C4D5D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96C38-3F44-4B5F-8C88-C058294EE9EE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Implements conversational AI for natural-language news queries</a:t>
          </a:r>
        </a:p>
      </dsp:txBody>
      <dsp:txXfrm>
        <a:off x="1099610" y="3572041"/>
        <a:ext cx="7129989" cy="952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543A7C-9A1A-4091-9B60-1D8D46739183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AC089-CCF2-4B99-A08C-1DF601BB5059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B7545-7221-4850-96A7-029934C1EAF3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Configuration layer manages model settings and processing thresholds</a:t>
          </a:r>
        </a:p>
      </dsp:txBody>
      <dsp:txXfrm>
        <a:off x="2092" y="2524067"/>
        <a:ext cx="1741992" cy="696796"/>
      </dsp:txXfrm>
    </dsp:sp>
    <dsp:sp modelId="{470EAFC9-FEB8-483C-9A91-5C57AF1137C3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FF28D3-629E-434C-91DF-BA6B880798A8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89560-C79C-41C9-BF97-934C935F2034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Core orchestration handled by NewsBot2IntegratedSystem</a:t>
          </a:r>
        </a:p>
      </dsp:txBody>
      <dsp:txXfrm>
        <a:off x="2048933" y="2524067"/>
        <a:ext cx="1741992" cy="696796"/>
      </dsp:txXfrm>
    </dsp:sp>
    <dsp:sp modelId="{79BFC24B-9E3A-4499-BC84-A3A9098233A5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9720C-1E7B-485A-8AE6-BF4CE3D5E6B4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0333F-A594-46E1-BE69-C7E069C4B375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Pipeline supports preprocessing → analysis → enrichment → reporting</a:t>
          </a:r>
        </a:p>
      </dsp:txBody>
      <dsp:txXfrm>
        <a:off x="4095774" y="2524067"/>
        <a:ext cx="1741992" cy="696796"/>
      </dsp:txXfrm>
    </dsp:sp>
    <dsp:sp modelId="{2B98CFC4-6CD9-4C1C-861B-64CD50FAB507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39CFF-B425-44C4-A1D9-CA737D6DCC7A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96FB0-1608-452C-AF93-1BD77D071DDD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Caching and parallel processing optimize performance</a:t>
          </a:r>
        </a:p>
      </dsp:txBody>
      <dsp:txXfrm>
        <a:off x="6142615" y="2524067"/>
        <a:ext cx="1741992" cy="6967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7E667C-459A-4D8B-98F3-BD88B1B740BF}">
      <dsp:nvSpPr>
        <dsp:cNvPr id="0" name=""/>
        <dsp:cNvSpPr/>
      </dsp:nvSpPr>
      <dsp:spPr>
        <a:xfrm>
          <a:off x="0" y="1183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TF-IDF vectorization with 10,000 features and bi-grams</a:t>
          </a:r>
        </a:p>
      </dsp:txBody>
      <dsp:txXfrm>
        <a:off x="52359" y="53542"/>
        <a:ext cx="8124882" cy="967861"/>
      </dsp:txXfrm>
    </dsp:sp>
    <dsp:sp modelId="{1367B403-1AA7-4CE9-B6B9-A3549E3D32EF}">
      <dsp:nvSpPr>
        <dsp:cNvPr id="0" name=""/>
        <dsp:cNvSpPr/>
      </dsp:nvSpPr>
      <dsp:spPr>
        <a:xfrm>
          <a:off x="0" y="1151522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Ensemble voting classifier using Logistic Regression + Random Forest</a:t>
          </a:r>
        </a:p>
      </dsp:txBody>
      <dsp:txXfrm>
        <a:off x="52359" y="1203881"/>
        <a:ext cx="8124882" cy="967861"/>
      </dsp:txXfrm>
    </dsp:sp>
    <dsp:sp modelId="{C243C435-6602-4632-9840-2F58793B32DB}">
      <dsp:nvSpPr>
        <dsp:cNvPr id="0" name=""/>
        <dsp:cNvSpPr/>
      </dsp:nvSpPr>
      <dsp:spPr>
        <a:xfrm>
          <a:off x="0" y="2301861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Confidence calibration via CalibratedClassifierCV</a:t>
          </a:r>
        </a:p>
      </dsp:txBody>
      <dsp:txXfrm>
        <a:off x="52359" y="2354220"/>
        <a:ext cx="8124882" cy="967861"/>
      </dsp:txXfrm>
    </dsp:sp>
    <dsp:sp modelId="{DC252F1B-F8C6-4132-A87F-E3E405D554EE}">
      <dsp:nvSpPr>
        <dsp:cNvPr id="0" name=""/>
        <dsp:cNvSpPr/>
      </dsp:nvSpPr>
      <dsp:spPr>
        <a:xfrm>
          <a:off x="0" y="3452200"/>
          <a:ext cx="8229600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Provides explainable outputs using top weighted features</a:t>
          </a:r>
        </a:p>
      </dsp:txBody>
      <dsp:txXfrm>
        <a:off x="52359" y="3504559"/>
        <a:ext cx="8124882" cy="9678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A628A-14B6-405E-9CF5-FC9572E5A64D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DB7A30-3E42-46B1-BB46-11D6CF3FA576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Hybrid transformer + TextBlob sentiment pipeline</a:t>
          </a:r>
        </a:p>
      </dsp:txBody>
      <dsp:txXfrm>
        <a:off x="2367950" y="516132"/>
        <a:ext cx="1592793" cy="1592793"/>
      </dsp:txXfrm>
    </dsp:sp>
    <dsp:sp modelId="{7F3AC241-9D11-41D5-93A3-E8FFB429E229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Emotion dimension scoring: joy, anger, fear, sadness, surprise</a:t>
          </a:r>
        </a:p>
      </dsp:txBody>
      <dsp:txXfrm>
        <a:off x="4268855" y="516132"/>
        <a:ext cx="1592793" cy="1592793"/>
      </dsp:txXfrm>
    </dsp:sp>
    <dsp:sp modelId="{C0EF6AC3-614A-4250-B6C2-EE1215E89AAE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Anomaly detection through rolling statistical windows</a:t>
          </a:r>
        </a:p>
      </dsp:txBody>
      <dsp:txXfrm>
        <a:off x="2367950" y="2417036"/>
        <a:ext cx="1592793" cy="1592793"/>
      </dsp:txXfrm>
    </dsp:sp>
    <dsp:sp modelId="{9D26294C-38C7-4547-AA21-26303854E0D6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Sentiment momentum tracking over time</a:t>
          </a:r>
        </a:p>
      </dsp:txBody>
      <dsp:txXfrm>
        <a:off x="4268855" y="2417036"/>
        <a:ext cx="1592793" cy="15927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3B26BF-2F4D-4A60-AC42-973EDBDDE720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49DA65-5AA1-4CF4-A192-029935410D64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47133-7193-49AC-9AE2-3DC26A9E632C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spaCy-based named entity recognition</a:t>
          </a:r>
        </a:p>
      </dsp:txBody>
      <dsp:txXfrm>
        <a:off x="25435" y="2456402"/>
        <a:ext cx="1800000" cy="720000"/>
      </dsp:txXfrm>
    </dsp:sp>
    <dsp:sp modelId="{3D749D57-28AC-4C5D-9333-1AB9E1EDBDDF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56897-07B6-440E-AAF0-454CBA4F5E46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63AA5-BA78-4710-A7CD-8A7626EA7B18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NetworkX knowledge graph generation</a:t>
          </a:r>
        </a:p>
      </dsp:txBody>
      <dsp:txXfrm>
        <a:off x="2140435" y="2456402"/>
        <a:ext cx="1800000" cy="720000"/>
      </dsp:txXfrm>
    </dsp:sp>
    <dsp:sp modelId="{1999E031-947F-412B-BD94-48AD392F3D7E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5A90E-5C48-4CEF-8BC3-239EA9B265B5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4188D-D851-4178-BA51-04007D123AF5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Relationship extraction with heuristic semantic patterns</a:t>
          </a:r>
        </a:p>
      </dsp:txBody>
      <dsp:txXfrm>
        <a:off x="4255435" y="2456402"/>
        <a:ext cx="1800000" cy="720000"/>
      </dsp:txXfrm>
    </dsp:sp>
    <dsp:sp modelId="{FBA10247-86F2-462F-A941-CB6CC3111F3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90D2B-201F-4259-8E9B-8C5B6446BE85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A5A4C-639D-4F6C-8D94-EA560D3A3AE4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Shortest-path analysis for entity linkage</a:t>
          </a:r>
        </a:p>
      </dsp:txBody>
      <dsp:txXfrm>
        <a:off x="6370435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3E61A-C483-45FF-AE67-9279F69BB794}">
      <dsp:nvSpPr>
        <dsp:cNvPr id="0" name=""/>
        <dsp:cNvSpPr/>
      </dsp:nvSpPr>
      <dsp:spPr>
        <a:xfrm>
          <a:off x="0" y="0"/>
          <a:ext cx="39355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36717D6-6EAC-4745-86D9-1F04C0997B05}">
      <dsp:nvSpPr>
        <dsp:cNvPr id="0" name=""/>
        <dsp:cNvSpPr/>
      </dsp:nvSpPr>
      <dsp:spPr>
        <a:xfrm>
          <a:off x="0" y="0"/>
          <a:ext cx="3935505" cy="874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Intent classification for search, summarize, analyze, compare</a:t>
          </a:r>
        </a:p>
      </dsp:txBody>
      <dsp:txXfrm>
        <a:off x="0" y="0"/>
        <a:ext cx="3935505" cy="874219"/>
      </dsp:txXfrm>
    </dsp:sp>
    <dsp:sp modelId="{53C4A66C-6839-4D41-A86E-22D75239E81F}">
      <dsp:nvSpPr>
        <dsp:cNvPr id="0" name=""/>
        <dsp:cNvSpPr/>
      </dsp:nvSpPr>
      <dsp:spPr>
        <a:xfrm>
          <a:off x="0" y="874219"/>
          <a:ext cx="39355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71E03C-7A0D-43E8-ABE1-E1B7C932579B}">
      <dsp:nvSpPr>
        <dsp:cNvPr id="0" name=""/>
        <dsp:cNvSpPr/>
      </dsp:nvSpPr>
      <dsp:spPr>
        <a:xfrm>
          <a:off x="0" y="874219"/>
          <a:ext cx="3935505" cy="874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Entity extraction from natural language queries</a:t>
          </a:r>
        </a:p>
      </dsp:txBody>
      <dsp:txXfrm>
        <a:off x="0" y="874219"/>
        <a:ext cx="3935505" cy="874219"/>
      </dsp:txXfrm>
    </dsp:sp>
    <dsp:sp modelId="{CDE97623-DC82-4EE5-B3FB-C7CAA0112021}">
      <dsp:nvSpPr>
        <dsp:cNvPr id="0" name=""/>
        <dsp:cNvSpPr/>
      </dsp:nvSpPr>
      <dsp:spPr>
        <a:xfrm>
          <a:off x="0" y="1748438"/>
          <a:ext cx="39355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4768EF9-8F6F-42B1-9B78-E6D57012CE76}">
      <dsp:nvSpPr>
        <dsp:cNvPr id="0" name=""/>
        <dsp:cNvSpPr/>
      </dsp:nvSpPr>
      <dsp:spPr>
        <a:xfrm>
          <a:off x="0" y="1748439"/>
          <a:ext cx="3935505" cy="874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Context-aware follow-up processing</a:t>
          </a:r>
        </a:p>
      </dsp:txBody>
      <dsp:txXfrm>
        <a:off x="0" y="1748439"/>
        <a:ext cx="3935505" cy="874219"/>
      </dsp:txXfrm>
    </dsp:sp>
    <dsp:sp modelId="{CBA5F434-B269-45A6-B0BB-E72345C7F4AE}">
      <dsp:nvSpPr>
        <dsp:cNvPr id="0" name=""/>
        <dsp:cNvSpPr/>
      </dsp:nvSpPr>
      <dsp:spPr>
        <a:xfrm>
          <a:off x="0" y="2622658"/>
          <a:ext cx="39355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C16CE3E-2FBF-44B3-B370-FB86D0BD2F95}">
      <dsp:nvSpPr>
        <dsp:cNvPr id="0" name=""/>
        <dsp:cNvSpPr/>
      </dsp:nvSpPr>
      <dsp:spPr>
        <a:xfrm>
          <a:off x="0" y="2622658"/>
          <a:ext cx="3935505" cy="874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Template-based response generation</a:t>
          </a:r>
        </a:p>
      </dsp:txBody>
      <dsp:txXfrm>
        <a:off x="0" y="2622658"/>
        <a:ext cx="3935505" cy="8742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C529F-9FE0-49F1-8401-878B2A887751}">
      <dsp:nvSpPr>
        <dsp:cNvPr id="0" name=""/>
        <dsp:cNvSpPr/>
      </dsp:nvSpPr>
      <dsp:spPr>
        <a:xfrm>
          <a:off x="0" y="79886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Unit, integration, performance, and edge-case tests</a:t>
          </a:r>
        </a:p>
      </dsp:txBody>
      <dsp:txXfrm>
        <a:off x="32784" y="831645"/>
        <a:ext cx="8164032" cy="606012"/>
      </dsp:txXfrm>
    </dsp:sp>
    <dsp:sp modelId="{911B6A0B-70A4-450E-A59B-6366AE7EDE64}">
      <dsp:nvSpPr>
        <dsp:cNvPr id="0" name=""/>
        <dsp:cNvSpPr/>
      </dsp:nvSpPr>
      <dsp:spPr>
        <a:xfrm>
          <a:off x="0" y="155108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Metrics include accuracy, F1, ROUGE, task completion</a:t>
          </a:r>
        </a:p>
      </dsp:txBody>
      <dsp:txXfrm>
        <a:off x="32784" y="1583865"/>
        <a:ext cx="8164032" cy="606012"/>
      </dsp:txXfrm>
    </dsp:sp>
    <dsp:sp modelId="{02B39151-3C2B-474C-AE07-D150E7AC07E9}">
      <dsp:nvSpPr>
        <dsp:cNvPr id="0" name=""/>
        <dsp:cNvSpPr/>
      </dsp:nvSpPr>
      <dsp:spPr>
        <a:xfrm>
          <a:off x="0" y="230330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Evaluation benchmarking against baselines</a:t>
          </a:r>
        </a:p>
      </dsp:txBody>
      <dsp:txXfrm>
        <a:off x="32784" y="2336085"/>
        <a:ext cx="8164032" cy="606012"/>
      </dsp:txXfrm>
    </dsp:sp>
    <dsp:sp modelId="{C00B1EE8-DE53-447F-A255-54C8FABACBFA}">
      <dsp:nvSpPr>
        <dsp:cNvPr id="0" name=""/>
        <dsp:cNvSpPr/>
      </dsp:nvSpPr>
      <dsp:spPr>
        <a:xfrm>
          <a:off x="0" y="305552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Comprehensive validation framework</a:t>
          </a:r>
        </a:p>
      </dsp:txBody>
      <dsp:txXfrm>
        <a:off x="32784" y="3088305"/>
        <a:ext cx="8164032" cy="60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BA8E7A3D-D697-3B9B-F8C5-2D0790EB6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1" b="2255"/>
          <a:stretch>
            <a:fillRect/>
          </a:stretch>
        </p:blipFill>
        <p:spPr>
          <a:xfrm>
            <a:off x="20" y="10"/>
            <a:ext cx="9141693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5286" y="1124712"/>
            <a:ext cx="6858000" cy="3063240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chemeClr val="bg1"/>
                </a:solidFill>
              </a:rPr>
              <a:t>Final Project:</a:t>
            </a:r>
            <a:br>
              <a:rPr lang="en-US" sz="5700">
                <a:solidFill>
                  <a:schemeClr val="bg1"/>
                </a:solidFill>
              </a:rPr>
            </a:br>
            <a:r>
              <a:rPr lang="en-US" sz="5700">
                <a:solidFill>
                  <a:schemeClr val="bg1"/>
                </a:solidFill>
              </a:rPr>
              <a:t>News Bot Intelligence System 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2275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The Awesome Group </a:t>
            </a:r>
          </a:p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Lufei Yu &amp; Richard Cortez</a:t>
            </a:r>
          </a:p>
          <a:p>
            <a:pPr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ITAI 2373</a:t>
            </a:r>
          </a:p>
        </p:txBody>
      </p:sp>
      <p:sp>
        <p:nvSpPr>
          <p:cNvPr id="20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28650" y="720953"/>
            <a:ext cx="7886700" cy="5416094"/>
          </a:xfrm>
          <a:custGeom>
            <a:avLst/>
            <a:gdLst>
              <a:gd name="csX0" fmla="*/ 0 w 7886700"/>
              <a:gd name="csY0" fmla="*/ 0 h 5416094"/>
              <a:gd name="csX1" fmla="*/ 578358 w 7886700"/>
              <a:gd name="csY1" fmla="*/ 0 h 5416094"/>
              <a:gd name="csX2" fmla="*/ 998982 w 7886700"/>
              <a:gd name="csY2" fmla="*/ 0 h 5416094"/>
              <a:gd name="csX3" fmla="*/ 1813941 w 7886700"/>
              <a:gd name="csY3" fmla="*/ 0 h 5416094"/>
              <a:gd name="csX4" fmla="*/ 2392299 w 7886700"/>
              <a:gd name="csY4" fmla="*/ 0 h 5416094"/>
              <a:gd name="csX5" fmla="*/ 2970657 w 7886700"/>
              <a:gd name="csY5" fmla="*/ 0 h 5416094"/>
              <a:gd name="csX6" fmla="*/ 3785616 w 7886700"/>
              <a:gd name="csY6" fmla="*/ 0 h 5416094"/>
              <a:gd name="csX7" fmla="*/ 4285107 w 7886700"/>
              <a:gd name="csY7" fmla="*/ 0 h 5416094"/>
              <a:gd name="csX8" fmla="*/ 5100066 w 7886700"/>
              <a:gd name="csY8" fmla="*/ 0 h 5416094"/>
              <a:gd name="csX9" fmla="*/ 5915025 w 7886700"/>
              <a:gd name="csY9" fmla="*/ 0 h 5416094"/>
              <a:gd name="csX10" fmla="*/ 6572250 w 7886700"/>
              <a:gd name="csY10" fmla="*/ 0 h 5416094"/>
              <a:gd name="csX11" fmla="*/ 7886700 w 7886700"/>
              <a:gd name="csY11" fmla="*/ 0 h 5416094"/>
              <a:gd name="csX12" fmla="*/ 7886700 w 7886700"/>
              <a:gd name="csY12" fmla="*/ 622851 h 5416094"/>
              <a:gd name="csX13" fmla="*/ 7886700 w 7886700"/>
              <a:gd name="csY13" fmla="*/ 1137380 h 5416094"/>
              <a:gd name="csX14" fmla="*/ 7886700 w 7886700"/>
              <a:gd name="csY14" fmla="*/ 1814391 h 5416094"/>
              <a:gd name="csX15" fmla="*/ 7886700 w 7886700"/>
              <a:gd name="csY15" fmla="*/ 2491403 h 5416094"/>
              <a:gd name="csX16" fmla="*/ 7886700 w 7886700"/>
              <a:gd name="csY16" fmla="*/ 3168415 h 5416094"/>
              <a:gd name="csX17" fmla="*/ 7886700 w 7886700"/>
              <a:gd name="csY17" fmla="*/ 3899588 h 5416094"/>
              <a:gd name="csX18" fmla="*/ 7886700 w 7886700"/>
              <a:gd name="csY18" fmla="*/ 4630760 h 5416094"/>
              <a:gd name="csX19" fmla="*/ 7886700 w 7886700"/>
              <a:gd name="csY19" fmla="*/ 5416094 h 5416094"/>
              <a:gd name="csX20" fmla="*/ 7466076 w 7886700"/>
              <a:gd name="csY20" fmla="*/ 5416094 h 5416094"/>
              <a:gd name="csX21" fmla="*/ 6651117 w 7886700"/>
              <a:gd name="csY21" fmla="*/ 5416094 h 5416094"/>
              <a:gd name="csX22" fmla="*/ 5993892 w 7886700"/>
              <a:gd name="csY22" fmla="*/ 5416094 h 5416094"/>
              <a:gd name="csX23" fmla="*/ 5494401 w 7886700"/>
              <a:gd name="csY23" fmla="*/ 5416094 h 5416094"/>
              <a:gd name="csX24" fmla="*/ 4837176 w 7886700"/>
              <a:gd name="csY24" fmla="*/ 5416094 h 5416094"/>
              <a:gd name="csX25" fmla="*/ 4416552 w 7886700"/>
              <a:gd name="csY25" fmla="*/ 5416094 h 5416094"/>
              <a:gd name="csX26" fmla="*/ 3995928 w 7886700"/>
              <a:gd name="csY26" fmla="*/ 5416094 h 5416094"/>
              <a:gd name="csX27" fmla="*/ 3338703 w 7886700"/>
              <a:gd name="csY27" fmla="*/ 5416094 h 5416094"/>
              <a:gd name="csX28" fmla="*/ 2839212 w 7886700"/>
              <a:gd name="csY28" fmla="*/ 5416094 h 5416094"/>
              <a:gd name="csX29" fmla="*/ 2103120 w 7886700"/>
              <a:gd name="csY29" fmla="*/ 5416094 h 5416094"/>
              <a:gd name="csX30" fmla="*/ 1603629 w 7886700"/>
              <a:gd name="csY30" fmla="*/ 5416094 h 5416094"/>
              <a:gd name="csX31" fmla="*/ 867537 w 7886700"/>
              <a:gd name="csY31" fmla="*/ 5416094 h 5416094"/>
              <a:gd name="csX32" fmla="*/ 0 w 7886700"/>
              <a:gd name="csY32" fmla="*/ 5416094 h 5416094"/>
              <a:gd name="csX33" fmla="*/ 0 w 7886700"/>
              <a:gd name="csY33" fmla="*/ 4684921 h 5416094"/>
              <a:gd name="csX34" fmla="*/ 0 w 7886700"/>
              <a:gd name="csY34" fmla="*/ 3953749 h 5416094"/>
              <a:gd name="csX35" fmla="*/ 0 w 7886700"/>
              <a:gd name="csY35" fmla="*/ 3168415 h 5416094"/>
              <a:gd name="csX36" fmla="*/ 0 w 7886700"/>
              <a:gd name="csY36" fmla="*/ 2545564 h 5416094"/>
              <a:gd name="csX37" fmla="*/ 0 w 7886700"/>
              <a:gd name="csY37" fmla="*/ 1760231 h 5416094"/>
              <a:gd name="csX38" fmla="*/ 0 w 7886700"/>
              <a:gd name="csY38" fmla="*/ 1191541 h 5416094"/>
              <a:gd name="csX39" fmla="*/ 0 w 7886700"/>
              <a:gd name="csY39" fmla="*/ 677012 h 5416094"/>
              <a:gd name="csX40" fmla="*/ 0 w 7886700"/>
              <a:gd name="csY4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7886700" h="5416094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888520" y="-5136"/>
                  <a:pt x="998982" y="0"/>
                </a:cubicBezTo>
                <a:cubicBezTo>
                  <a:pt x="1109444" y="5136"/>
                  <a:pt x="1622600" y="-36529"/>
                  <a:pt x="1813941" y="0"/>
                </a:cubicBezTo>
                <a:cubicBezTo>
                  <a:pt x="2005282" y="36529"/>
                  <a:pt x="2177619" y="19108"/>
                  <a:pt x="2392299" y="0"/>
                </a:cubicBezTo>
                <a:cubicBezTo>
                  <a:pt x="2606979" y="-19108"/>
                  <a:pt x="2788556" y="-21788"/>
                  <a:pt x="2970657" y="0"/>
                </a:cubicBezTo>
                <a:cubicBezTo>
                  <a:pt x="3152758" y="21788"/>
                  <a:pt x="3596738" y="18723"/>
                  <a:pt x="3785616" y="0"/>
                </a:cubicBezTo>
                <a:cubicBezTo>
                  <a:pt x="3974494" y="-18723"/>
                  <a:pt x="4136501" y="9985"/>
                  <a:pt x="4285107" y="0"/>
                </a:cubicBezTo>
                <a:cubicBezTo>
                  <a:pt x="4433713" y="-9985"/>
                  <a:pt x="4710656" y="-6143"/>
                  <a:pt x="5100066" y="0"/>
                </a:cubicBezTo>
                <a:cubicBezTo>
                  <a:pt x="5489476" y="6143"/>
                  <a:pt x="5703885" y="5883"/>
                  <a:pt x="5915025" y="0"/>
                </a:cubicBezTo>
                <a:cubicBezTo>
                  <a:pt x="6126165" y="-5883"/>
                  <a:pt x="6308797" y="30350"/>
                  <a:pt x="6572250" y="0"/>
                </a:cubicBezTo>
                <a:cubicBezTo>
                  <a:pt x="6835703" y="-30350"/>
                  <a:pt x="7286910" y="4832"/>
                  <a:pt x="7886700" y="0"/>
                </a:cubicBezTo>
                <a:cubicBezTo>
                  <a:pt x="7917044" y="253972"/>
                  <a:pt x="7878280" y="382927"/>
                  <a:pt x="7886700" y="622851"/>
                </a:cubicBezTo>
                <a:cubicBezTo>
                  <a:pt x="7895120" y="862775"/>
                  <a:pt x="7898095" y="881954"/>
                  <a:pt x="7886700" y="1137380"/>
                </a:cubicBezTo>
                <a:cubicBezTo>
                  <a:pt x="7875305" y="1392806"/>
                  <a:pt x="7859449" y="1500954"/>
                  <a:pt x="7886700" y="1814391"/>
                </a:cubicBezTo>
                <a:cubicBezTo>
                  <a:pt x="7913951" y="2127828"/>
                  <a:pt x="7899710" y="2276490"/>
                  <a:pt x="7886700" y="2491403"/>
                </a:cubicBezTo>
                <a:cubicBezTo>
                  <a:pt x="7873690" y="2706316"/>
                  <a:pt x="7899048" y="2943627"/>
                  <a:pt x="7886700" y="3168415"/>
                </a:cubicBezTo>
                <a:cubicBezTo>
                  <a:pt x="7874352" y="3393203"/>
                  <a:pt x="7895759" y="3539359"/>
                  <a:pt x="7886700" y="3899588"/>
                </a:cubicBezTo>
                <a:cubicBezTo>
                  <a:pt x="7877641" y="4259817"/>
                  <a:pt x="7907485" y="4437980"/>
                  <a:pt x="7886700" y="4630760"/>
                </a:cubicBezTo>
                <a:cubicBezTo>
                  <a:pt x="7865915" y="4823540"/>
                  <a:pt x="7871525" y="5198637"/>
                  <a:pt x="7886700" y="5416094"/>
                </a:cubicBezTo>
                <a:cubicBezTo>
                  <a:pt x="7691680" y="5431844"/>
                  <a:pt x="7601555" y="5415681"/>
                  <a:pt x="7466076" y="5416094"/>
                </a:cubicBezTo>
                <a:cubicBezTo>
                  <a:pt x="7330597" y="5416507"/>
                  <a:pt x="6831360" y="5424066"/>
                  <a:pt x="6651117" y="5416094"/>
                </a:cubicBezTo>
                <a:cubicBezTo>
                  <a:pt x="6470874" y="5408122"/>
                  <a:pt x="6162822" y="5448218"/>
                  <a:pt x="5993892" y="5416094"/>
                </a:cubicBezTo>
                <a:cubicBezTo>
                  <a:pt x="5824963" y="5383970"/>
                  <a:pt x="5688089" y="5423575"/>
                  <a:pt x="5494401" y="5416094"/>
                </a:cubicBezTo>
                <a:cubicBezTo>
                  <a:pt x="5300713" y="5408613"/>
                  <a:pt x="5038344" y="5439836"/>
                  <a:pt x="4837176" y="5416094"/>
                </a:cubicBezTo>
                <a:cubicBezTo>
                  <a:pt x="4636008" y="5392352"/>
                  <a:pt x="4547230" y="5414191"/>
                  <a:pt x="4416552" y="5416094"/>
                </a:cubicBezTo>
                <a:cubicBezTo>
                  <a:pt x="4285874" y="5417997"/>
                  <a:pt x="4197467" y="5397786"/>
                  <a:pt x="3995928" y="5416094"/>
                </a:cubicBezTo>
                <a:cubicBezTo>
                  <a:pt x="3794389" y="5434402"/>
                  <a:pt x="3512175" y="5385012"/>
                  <a:pt x="3338703" y="5416094"/>
                </a:cubicBezTo>
                <a:cubicBezTo>
                  <a:pt x="3165232" y="5447176"/>
                  <a:pt x="2961841" y="5402137"/>
                  <a:pt x="2839212" y="5416094"/>
                </a:cubicBezTo>
                <a:cubicBezTo>
                  <a:pt x="2716583" y="5430051"/>
                  <a:pt x="2260631" y="5391454"/>
                  <a:pt x="2103120" y="5416094"/>
                </a:cubicBezTo>
                <a:cubicBezTo>
                  <a:pt x="1945609" y="5440734"/>
                  <a:pt x="1802870" y="5413244"/>
                  <a:pt x="1603629" y="5416094"/>
                </a:cubicBezTo>
                <a:cubicBezTo>
                  <a:pt x="1404388" y="5418944"/>
                  <a:pt x="1036615" y="5428037"/>
                  <a:pt x="867537" y="5416094"/>
                </a:cubicBezTo>
                <a:cubicBezTo>
                  <a:pt x="698459" y="5404151"/>
                  <a:pt x="196765" y="5387017"/>
                  <a:pt x="0" y="5416094"/>
                </a:cubicBezTo>
                <a:cubicBezTo>
                  <a:pt x="-7913" y="5158982"/>
                  <a:pt x="-32352" y="4972281"/>
                  <a:pt x="0" y="4684921"/>
                </a:cubicBezTo>
                <a:cubicBezTo>
                  <a:pt x="32352" y="4397561"/>
                  <a:pt x="-36146" y="4109983"/>
                  <a:pt x="0" y="3953749"/>
                </a:cubicBezTo>
                <a:cubicBezTo>
                  <a:pt x="36146" y="3797515"/>
                  <a:pt x="38942" y="3433311"/>
                  <a:pt x="0" y="3168415"/>
                </a:cubicBezTo>
                <a:cubicBezTo>
                  <a:pt x="-38942" y="2903519"/>
                  <a:pt x="-264" y="2810505"/>
                  <a:pt x="0" y="2545564"/>
                </a:cubicBezTo>
                <a:cubicBezTo>
                  <a:pt x="264" y="2280623"/>
                  <a:pt x="20689" y="1994225"/>
                  <a:pt x="0" y="1760231"/>
                </a:cubicBezTo>
                <a:cubicBezTo>
                  <a:pt x="-20689" y="1526237"/>
                  <a:pt x="16073" y="1386976"/>
                  <a:pt x="0" y="1191541"/>
                </a:cubicBezTo>
                <a:cubicBezTo>
                  <a:pt x="-16073" y="996106"/>
                  <a:pt x="-16965" y="844858"/>
                  <a:pt x="0" y="677012"/>
                </a:cubicBezTo>
                <a:cubicBezTo>
                  <a:pt x="16965" y="509166"/>
                  <a:pt x="85" y="277162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4194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410061-B942-7609-D377-6D09221980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92978B-7B27-DC9F-9F02-AE21596EDF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7979" r="1202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B91FC7-06EE-668D-EBDF-D85299B666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454261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Engine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D37876-FA76-9648-D887-9424147CBA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Topic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1700"/>
              <a:t>LDA and NMF topic modeling supported</a:t>
            </a:r>
          </a:p>
          <a:p>
            <a:pPr>
              <a:defRPr sz="2000"/>
            </a:pPr>
            <a:r>
              <a:rPr lang="en-US" sz="1700"/>
              <a:t>Tracks temporal topic evolution across article streams</a:t>
            </a:r>
          </a:p>
          <a:p>
            <a:pPr>
              <a:defRPr sz="2000"/>
            </a:pPr>
            <a:r>
              <a:rPr lang="en-US" sz="1700"/>
              <a:t>Visualizes topic distributions for trend analysis</a:t>
            </a:r>
          </a:p>
          <a:p>
            <a:pPr>
              <a:defRPr sz="2000"/>
            </a:pPr>
            <a:r>
              <a:rPr lang="en-US" sz="1700"/>
              <a:t>Supports automatic latent trend extraction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1A590204-A959-E2B5-D9B7-4AD4301112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39" r="3204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678CF6-F835-FB38-B2F6-3B590CAF773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Entity Mapping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2EBE69-DF48-3908-0E26-8735770553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242670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Multilingual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Autofit/>
          </a:bodyPr>
          <a:lstStyle/>
          <a:p>
            <a:pPr>
              <a:defRPr sz="2000"/>
            </a:pPr>
            <a:r>
              <a:rPr lang="en-US" sz="3600" dirty="0"/>
              <a:t>Automatic language detection</a:t>
            </a:r>
          </a:p>
          <a:p>
            <a:pPr>
              <a:defRPr sz="2000"/>
            </a:pPr>
            <a:r>
              <a:rPr lang="en-US" sz="3600" dirty="0"/>
              <a:t>Cross-lingual translation and sentiment alignment</a:t>
            </a:r>
          </a:p>
          <a:p>
            <a:pPr>
              <a:defRPr sz="2000"/>
            </a:pPr>
            <a:r>
              <a:rPr lang="en-US" sz="3600" dirty="0"/>
              <a:t>Cultural reference extraction</a:t>
            </a:r>
          </a:p>
          <a:p>
            <a:pPr>
              <a:defRPr sz="2000"/>
            </a:pPr>
            <a:r>
              <a:rPr lang="en-US" sz="3600" dirty="0"/>
              <a:t>Comparative multilingual coverage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3B80F2-1550-2FD4-7C67-7DCB6B3489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902" r="15604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Conversational Interface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22BFD4-8780-B75E-5220-5E63228A7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387548"/>
              </p:ext>
            </p:extLst>
          </p:nvPr>
        </p:nvGraphicFramePr>
        <p:xfrm>
          <a:off x="4586487" y="2743200"/>
          <a:ext cx="3935505" cy="349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&amp;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3006C8-4C10-AC2C-2284-F757F17896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800" dirty="0" err="1"/>
              <a:t>NewsBot</a:t>
            </a:r>
            <a:r>
              <a:rPr lang="en-US" sz="2800" dirty="0"/>
              <a:t> 2.0 demonstrates full-stack NLP integration</a:t>
            </a:r>
          </a:p>
          <a:p>
            <a:pPr>
              <a:defRPr sz="2000"/>
            </a:pPr>
            <a:r>
              <a:rPr lang="en-US" sz="2800" dirty="0"/>
              <a:t>Combines ML, DL, linguistic analysis, and conversational AI</a:t>
            </a:r>
          </a:p>
          <a:p>
            <a:pPr>
              <a:defRPr sz="2000"/>
            </a:pPr>
            <a:r>
              <a:rPr lang="en-US" sz="2800" dirty="0"/>
              <a:t>Scalable architecture ready for production enhancement</a:t>
            </a:r>
          </a:p>
          <a:p>
            <a:pPr>
              <a:defRPr sz="2000"/>
            </a:pPr>
            <a:r>
              <a:rPr lang="en-US" sz="2800" dirty="0"/>
              <a:t>Future work: real-time ingestion and deployment APIs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290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Final Project: News Bot Intelligence System 2.0</vt:lpstr>
      <vt:lpstr>Project Overview</vt:lpstr>
      <vt:lpstr>System Architecture</vt:lpstr>
      <vt:lpstr>Classification Engine</vt:lpstr>
      <vt:lpstr>Topic Discovery</vt:lpstr>
      <vt:lpstr>Sentiment Analysis</vt:lpstr>
      <vt:lpstr>Entity Mapping</vt:lpstr>
      <vt:lpstr>Multilingual Intelligence</vt:lpstr>
      <vt:lpstr>Conversational Interface</vt:lpstr>
      <vt:lpstr>Testing &amp; Evaluation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Harry Sensei</dc:creator>
  <cp:keywords/>
  <dc:description>generated using python-pptx</dc:description>
  <cp:lastModifiedBy>lufei.yu-W212048690</cp:lastModifiedBy>
  <cp:revision>3</cp:revision>
  <dcterms:created xsi:type="dcterms:W3CDTF">2013-01-27T09:14:16Z</dcterms:created>
  <dcterms:modified xsi:type="dcterms:W3CDTF">2026-05-02T05:19:09Z</dcterms:modified>
  <cp:category/>
</cp:coreProperties>
</file>